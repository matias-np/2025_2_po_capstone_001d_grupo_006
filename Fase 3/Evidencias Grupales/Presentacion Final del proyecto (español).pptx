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 Italics" charset="1" panose="020F07020304040A0204"/>
      <p:regular r:id="rId24"/>
    </p:embeddedFont>
    <p:embeddedFont>
      <p:font typeface="Comic Sans" charset="1" panose="03000702030302020204"/>
      <p:regular r:id="rId25"/>
    </p:embeddedFont>
    <p:embeddedFont>
      <p:font typeface="Arial Bold" charset="1" panose="020B0704020202020204"/>
      <p:regular r:id="rId27"/>
    </p:embeddedFont>
    <p:embeddedFont>
      <p:font typeface="Calibri (MS)" charset="1" panose="020F0502020204030204"/>
      <p:regular r:id="rId28"/>
    </p:embeddedFont>
    <p:embeddedFont>
      <p:font typeface="Calibri (MS) Bold" charset="1" panose="020F0702030404030204"/>
      <p:regular r:id="rId30"/>
    </p:embeddedFont>
    <p:embeddedFont>
      <p:font typeface="Arial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28.pn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5235" y="-717769"/>
            <a:ext cx="18308271" cy="11003867"/>
            <a:chOff x="0" y="0"/>
            <a:chExt cx="24411027" cy="14671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1051" cy="14671802"/>
            </a:xfrm>
            <a:custGeom>
              <a:avLst/>
              <a:gdLst/>
              <a:ahLst/>
              <a:cxnLst/>
              <a:rect r="r" b="b" t="t" l="l"/>
              <a:pathLst>
                <a:path h="14671802" w="24411051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5111" cy="10286098"/>
            <a:chOff x="0" y="0"/>
            <a:chExt cx="24380148" cy="13714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189" cy="13714857"/>
            </a:xfrm>
            <a:custGeom>
              <a:avLst/>
              <a:gdLst/>
              <a:ahLst/>
              <a:cxnLst/>
              <a:rect r="r" b="b" t="t" l="l"/>
              <a:pathLst>
                <a:path h="13714857" w="24380189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23" t="-73272" r="-3042" b="-8484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617834" y="9578604"/>
            <a:ext cx="3542567" cy="305522"/>
          </a:xfrm>
          <a:custGeom>
            <a:avLst/>
            <a:gdLst/>
            <a:ahLst/>
            <a:cxnLst/>
            <a:rect r="r" b="b" t="t" l="l"/>
            <a:pathLst>
              <a:path h="305522" w="3542567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31981" y="7525390"/>
            <a:ext cx="9727033" cy="48514"/>
            <a:chOff x="0" y="0"/>
            <a:chExt cx="12969377" cy="64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"/>
              <a:ext cx="12968986" cy="64770"/>
            </a:xfrm>
            <a:custGeom>
              <a:avLst/>
              <a:gdLst/>
              <a:ahLst/>
              <a:cxnLst/>
              <a:rect r="r" b="b" t="t" l="l"/>
              <a:pathLst>
                <a:path h="64770" w="12968986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631981" y="6574330"/>
            <a:ext cx="9727033" cy="951060"/>
            <a:chOff x="0" y="0"/>
            <a:chExt cx="12969377" cy="126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68859" cy="1267841"/>
            </a:xfrm>
            <a:custGeom>
              <a:avLst/>
              <a:gdLst/>
              <a:ahLst/>
              <a:cxnLst/>
              <a:rect r="r" b="b" t="t" l="l"/>
              <a:pathLst>
                <a:path h="1267841" w="12968859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839035" y="8111554"/>
            <a:ext cx="5370687" cy="1328438"/>
            <a:chOff x="0" y="0"/>
            <a:chExt cx="7160915" cy="177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0895" cy="1771269"/>
            </a:xfrm>
            <a:custGeom>
              <a:avLst/>
              <a:gdLst/>
              <a:ahLst/>
              <a:cxnLst/>
              <a:rect r="r" b="b" t="t" l="l"/>
              <a:pathLst>
                <a:path h="1771269" w="7160895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7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607550" y="6597529"/>
            <a:ext cx="967784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4"/>
              </a:lnSpc>
            </a:pPr>
            <a:r>
              <a:rPr lang="en-US" b="true" sz="472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Sistema de Gestión PepsiCo Transporte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25" y="9537670"/>
            <a:ext cx="6405269" cy="60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Docente</a:t>
            </a:r>
          </a:p>
          <a:p>
            <a:pPr algn="l">
              <a:lnSpc>
                <a:spcPts val="276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FABIAN ALEJANDRO ALVAREZ MONTENEGRO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93318" y="8804555"/>
            <a:ext cx="5689567" cy="133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Fecha: 01 de diciembre de 2025	</a:t>
            </a: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Escuela de Informática y Telecomunicaciones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450486" y="-398507"/>
            <a:ext cx="4244964" cy="1195521"/>
            <a:chOff x="0" y="0"/>
            <a:chExt cx="5659953" cy="15940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0009" cy="1593977"/>
            </a:xfrm>
            <a:custGeom>
              <a:avLst/>
              <a:gdLst/>
              <a:ahLst/>
              <a:cxnLst/>
              <a:rect r="r" b="b" t="t" l="l"/>
              <a:pathLst>
                <a:path h="1593977" w="5660009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48590" r="-10912" b="-14524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5295" y="1023628"/>
            <a:ext cx="2575765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Introducción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610050" y="2543977"/>
            <a:ext cx="11506721" cy="5078495"/>
            <a:chOff x="0" y="0"/>
            <a:chExt cx="15342295" cy="677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620" y="7747"/>
              <a:ext cx="15326996" cy="6755892"/>
            </a:xfrm>
            <a:custGeom>
              <a:avLst/>
              <a:gdLst/>
              <a:ahLst/>
              <a:cxnLst/>
              <a:rect r="r" b="b" t="t" l="l"/>
              <a:pathLst>
                <a:path h="6755892" w="15326996">
                  <a:moveTo>
                    <a:pt x="127" y="1125982"/>
                  </a:moveTo>
                  <a:cubicBezTo>
                    <a:pt x="127" y="504063"/>
                    <a:pt x="504825" y="0"/>
                    <a:pt x="1127506" y="0"/>
                  </a:cubicBezTo>
                  <a:lnTo>
                    <a:pt x="14199490" y="0"/>
                  </a:lnTo>
                  <a:cubicBezTo>
                    <a:pt x="14822171" y="0"/>
                    <a:pt x="15326996" y="504190"/>
                    <a:pt x="15326996" y="1125982"/>
                  </a:cubicBezTo>
                  <a:lnTo>
                    <a:pt x="15326996" y="5629910"/>
                  </a:lnTo>
                  <a:cubicBezTo>
                    <a:pt x="15326996" y="6251829"/>
                    <a:pt x="14822171" y="6755892"/>
                    <a:pt x="14199490" y="6755892"/>
                  </a:cubicBezTo>
                  <a:lnTo>
                    <a:pt x="1127506" y="6755892"/>
                  </a:lnTo>
                  <a:cubicBezTo>
                    <a:pt x="504825" y="6755892"/>
                    <a:pt x="0" y="6251702"/>
                    <a:pt x="0" y="56299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42236" cy="6771386"/>
            </a:xfrm>
            <a:custGeom>
              <a:avLst/>
              <a:gdLst/>
              <a:ahLst/>
              <a:cxnLst/>
              <a:rect r="r" b="b" t="t" l="l"/>
              <a:pathLst>
                <a:path h="6771386" w="15342236">
                  <a:moveTo>
                    <a:pt x="0" y="1133729"/>
                  </a:moveTo>
                  <a:cubicBezTo>
                    <a:pt x="0" y="507619"/>
                    <a:pt x="508254" y="0"/>
                    <a:pt x="1135126" y="0"/>
                  </a:cubicBezTo>
                  <a:lnTo>
                    <a:pt x="14207110" y="0"/>
                  </a:lnTo>
                  <a:lnTo>
                    <a:pt x="14207110" y="7747"/>
                  </a:lnTo>
                  <a:lnTo>
                    <a:pt x="14207110" y="0"/>
                  </a:lnTo>
                  <a:cubicBezTo>
                    <a:pt x="14833981" y="0"/>
                    <a:pt x="15342236" y="507619"/>
                    <a:pt x="15342236" y="1133729"/>
                  </a:cubicBezTo>
                  <a:lnTo>
                    <a:pt x="15334489" y="1133729"/>
                  </a:lnTo>
                  <a:lnTo>
                    <a:pt x="15342236" y="1133729"/>
                  </a:lnTo>
                  <a:lnTo>
                    <a:pt x="15342236" y="5637657"/>
                  </a:lnTo>
                  <a:lnTo>
                    <a:pt x="15334489" y="5637657"/>
                  </a:lnTo>
                  <a:lnTo>
                    <a:pt x="15342236" y="5637657"/>
                  </a:lnTo>
                  <a:cubicBezTo>
                    <a:pt x="15342236" y="6263767"/>
                    <a:pt x="14833981" y="6771386"/>
                    <a:pt x="14207110" y="6771386"/>
                  </a:cubicBezTo>
                  <a:lnTo>
                    <a:pt x="14207110" y="6763639"/>
                  </a:lnTo>
                  <a:lnTo>
                    <a:pt x="14207110" y="6771386"/>
                  </a:lnTo>
                  <a:lnTo>
                    <a:pt x="1135126" y="6771386"/>
                  </a:lnTo>
                  <a:lnTo>
                    <a:pt x="1135126" y="6763639"/>
                  </a:lnTo>
                  <a:lnTo>
                    <a:pt x="1135126" y="6771386"/>
                  </a:lnTo>
                  <a:cubicBezTo>
                    <a:pt x="508254" y="6771386"/>
                    <a:pt x="0" y="6263767"/>
                    <a:pt x="0" y="5637657"/>
                  </a:cubicBezTo>
                  <a:lnTo>
                    <a:pt x="0" y="1133729"/>
                  </a:lnTo>
                  <a:lnTo>
                    <a:pt x="7747" y="1133729"/>
                  </a:lnTo>
                  <a:lnTo>
                    <a:pt x="0" y="1133729"/>
                  </a:lnTo>
                  <a:moveTo>
                    <a:pt x="15367" y="1133729"/>
                  </a:moveTo>
                  <a:lnTo>
                    <a:pt x="15367" y="5637657"/>
                  </a:lnTo>
                  <a:lnTo>
                    <a:pt x="7747" y="5637657"/>
                  </a:lnTo>
                  <a:lnTo>
                    <a:pt x="15494" y="5637657"/>
                  </a:lnTo>
                  <a:cubicBezTo>
                    <a:pt x="15494" y="6255258"/>
                    <a:pt x="516763" y="6756019"/>
                    <a:pt x="1135253" y="6756019"/>
                  </a:cubicBezTo>
                  <a:lnTo>
                    <a:pt x="14207110" y="6756019"/>
                  </a:lnTo>
                  <a:cubicBezTo>
                    <a:pt x="14825599" y="6756019"/>
                    <a:pt x="15326869" y="6255385"/>
                    <a:pt x="15326869" y="5637657"/>
                  </a:cubicBezTo>
                  <a:lnTo>
                    <a:pt x="15326869" y="1133729"/>
                  </a:lnTo>
                  <a:cubicBezTo>
                    <a:pt x="15326869" y="516128"/>
                    <a:pt x="14825599" y="15367"/>
                    <a:pt x="14207110" y="15367"/>
                  </a:cubicBezTo>
                  <a:lnTo>
                    <a:pt x="1135126" y="15367"/>
                  </a:lnTo>
                  <a:lnTo>
                    <a:pt x="1135126" y="7747"/>
                  </a:lnTo>
                  <a:lnTo>
                    <a:pt x="1135126" y="15494"/>
                  </a:lnTo>
                  <a:cubicBezTo>
                    <a:pt x="516636" y="15494"/>
                    <a:pt x="15367" y="516128"/>
                    <a:pt x="15367" y="1133856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5342295" cy="6857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0187" indent="-265094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la siguiente presentación buscamos informar y evidenciar los resultados del proyecto otorgado por PepsiCo, de tal manera que demos constancia de nuestras competencias y habilidades obtenidas durante el transcurso de la carrera, enseñando: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Resumen general del proyecto (Problemática y solución propuesta)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Cronograma 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Metodología.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Artefactos Scrum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Funciones sistema y Demostraciones</a:t>
              </a:r>
            </a:p>
            <a:p>
              <a:pPr algn="l" marL="789266" indent="-263089" lvl="2">
                <a:lnSpc>
                  <a:spcPts val="3388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Conclusiones</a:t>
              </a:r>
            </a:p>
            <a:p>
              <a:pPr algn="l" marL="409249" indent="-136416" lvl="2">
                <a:lnSpc>
                  <a:spcPts val="1757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25434" y="7061705"/>
            <a:ext cx="700910" cy="58433"/>
            <a:chOff x="0" y="0"/>
            <a:chExt cx="934547" cy="77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831" cy="77597"/>
            </a:xfrm>
            <a:custGeom>
              <a:avLst/>
              <a:gdLst/>
              <a:ahLst/>
              <a:cxnLst/>
              <a:rect r="r" b="b" t="t" l="l"/>
              <a:pathLst>
                <a:path h="77597" w="933831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12378" y="7069965"/>
            <a:ext cx="700910" cy="58433"/>
            <a:chOff x="0" y="0"/>
            <a:chExt cx="934547" cy="77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831" cy="77597"/>
            </a:xfrm>
            <a:custGeom>
              <a:avLst/>
              <a:gdLst/>
              <a:ahLst/>
              <a:cxnLst/>
              <a:rect r="r" b="b" t="t" l="l"/>
              <a:pathLst>
                <a:path h="77597" w="933831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754963" y="7018606"/>
            <a:ext cx="700910" cy="58433"/>
            <a:chOff x="0" y="0"/>
            <a:chExt cx="934547" cy="77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3831" cy="77597"/>
            </a:xfrm>
            <a:custGeom>
              <a:avLst/>
              <a:gdLst/>
              <a:ahLst/>
              <a:cxnLst/>
              <a:rect r="r" b="b" t="t" l="l"/>
              <a:pathLst>
                <a:path h="77597" w="933831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9230" y="2502139"/>
            <a:ext cx="3276188" cy="3704299"/>
            <a:chOff x="0" y="0"/>
            <a:chExt cx="4368250" cy="4939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68292" cy="4939157"/>
            </a:xfrm>
            <a:custGeom>
              <a:avLst/>
              <a:gdLst/>
              <a:ahLst/>
              <a:cxnLst/>
              <a:rect r="r" b="b" t="t" l="l"/>
              <a:pathLst>
                <a:path h="4939157" w="4368292">
                  <a:moveTo>
                    <a:pt x="0" y="436880"/>
                  </a:moveTo>
                  <a:cubicBezTo>
                    <a:pt x="0" y="195580"/>
                    <a:pt x="195580" y="0"/>
                    <a:pt x="436880" y="0"/>
                  </a:cubicBezTo>
                  <a:lnTo>
                    <a:pt x="3931412" y="0"/>
                  </a:lnTo>
                  <a:cubicBezTo>
                    <a:pt x="4172712" y="0"/>
                    <a:pt x="4368292" y="195580"/>
                    <a:pt x="4368292" y="436880"/>
                  </a:cubicBezTo>
                  <a:lnTo>
                    <a:pt x="4368292" y="4502277"/>
                  </a:lnTo>
                  <a:cubicBezTo>
                    <a:pt x="4368292" y="4743577"/>
                    <a:pt x="4172712" y="4939157"/>
                    <a:pt x="3931412" y="4939157"/>
                  </a:cubicBezTo>
                  <a:lnTo>
                    <a:pt x="436880" y="4939157"/>
                  </a:lnTo>
                  <a:cubicBezTo>
                    <a:pt x="195580" y="4939157"/>
                    <a:pt x="0" y="4743577"/>
                    <a:pt x="0" y="4502277"/>
                  </a:cubicBezTo>
                  <a:close/>
                </a:path>
              </a:pathLst>
            </a:custGeom>
            <a:blipFill>
              <a:blip r:embed="rId6"/>
              <a:stretch>
                <a:fillRect l="0" t="-9032" r="0" b="-903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39699" y="2502139"/>
            <a:ext cx="3276188" cy="3704299"/>
            <a:chOff x="0" y="0"/>
            <a:chExt cx="4368250" cy="4939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68292" cy="4939157"/>
            </a:xfrm>
            <a:custGeom>
              <a:avLst/>
              <a:gdLst/>
              <a:ahLst/>
              <a:cxnLst/>
              <a:rect r="r" b="b" t="t" l="l"/>
              <a:pathLst>
                <a:path h="4939157" w="4368292">
                  <a:moveTo>
                    <a:pt x="0" y="436880"/>
                  </a:moveTo>
                  <a:cubicBezTo>
                    <a:pt x="0" y="195580"/>
                    <a:pt x="195580" y="0"/>
                    <a:pt x="436880" y="0"/>
                  </a:cubicBezTo>
                  <a:lnTo>
                    <a:pt x="3931412" y="0"/>
                  </a:lnTo>
                  <a:cubicBezTo>
                    <a:pt x="4172712" y="0"/>
                    <a:pt x="4368292" y="195580"/>
                    <a:pt x="4368292" y="436880"/>
                  </a:cubicBezTo>
                  <a:lnTo>
                    <a:pt x="4368292" y="4502277"/>
                  </a:lnTo>
                  <a:cubicBezTo>
                    <a:pt x="4368292" y="4743577"/>
                    <a:pt x="4172712" y="4939157"/>
                    <a:pt x="3931412" y="4939157"/>
                  </a:cubicBezTo>
                  <a:lnTo>
                    <a:pt x="436880" y="4939157"/>
                  </a:lnTo>
                  <a:cubicBezTo>
                    <a:pt x="195580" y="4939157"/>
                    <a:pt x="0" y="4743577"/>
                    <a:pt x="0" y="4502277"/>
                  </a:cubicBezTo>
                  <a:close/>
                </a:path>
              </a:pathLst>
            </a:custGeom>
            <a:blipFill>
              <a:blip r:embed="rId7"/>
              <a:stretch>
                <a:fillRect l="0" t="-8961" r="0" b="-896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406885" y="2516987"/>
            <a:ext cx="3276188" cy="3704299"/>
            <a:chOff x="0" y="0"/>
            <a:chExt cx="4368250" cy="49390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68292" cy="4939157"/>
            </a:xfrm>
            <a:custGeom>
              <a:avLst/>
              <a:gdLst/>
              <a:ahLst/>
              <a:cxnLst/>
              <a:rect r="r" b="b" t="t" l="l"/>
              <a:pathLst>
                <a:path h="4939157" w="4368292">
                  <a:moveTo>
                    <a:pt x="0" y="436880"/>
                  </a:moveTo>
                  <a:cubicBezTo>
                    <a:pt x="0" y="195580"/>
                    <a:pt x="195580" y="0"/>
                    <a:pt x="436880" y="0"/>
                  </a:cubicBezTo>
                  <a:lnTo>
                    <a:pt x="3931412" y="0"/>
                  </a:lnTo>
                  <a:cubicBezTo>
                    <a:pt x="4172712" y="0"/>
                    <a:pt x="4368292" y="195580"/>
                    <a:pt x="4368292" y="436880"/>
                  </a:cubicBezTo>
                  <a:lnTo>
                    <a:pt x="4368292" y="4502277"/>
                  </a:lnTo>
                  <a:cubicBezTo>
                    <a:pt x="4368292" y="4743577"/>
                    <a:pt x="4172712" y="4939157"/>
                    <a:pt x="3931412" y="4939157"/>
                  </a:cubicBezTo>
                  <a:lnTo>
                    <a:pt x="436880" y="4939157"/>
                  </a:lnTo>
                  <a:cubicBezTo>
                    <a:pt x="195580" y="4939157"/>
                    <a:pt x="0" y="4743577"/>
                    <a:pt x="0" y="4502277"/>
                  </a:cubicBezTo>
                  <a:close/>
                </a:path>
              </a:pathLst>
            </a:custGeom>
            <a:blipFill>
              <a:blip r:embed="rId8"/>
              <a:stretch>
                <a:fillRect l="-5607" t="-32858" r="-17908" b="-1261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0" y="696891"/>
            <a:ext cx="4499403" cy="107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 del 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65622" y="6416008"/>
            <a:ext cx="3024341" cy="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68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Gonzalo Saavedra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44097" y="6415963"/>
            <a:ext cx="3111928" cy="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68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Rodrigo Riquelme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86662" y="6407706"/>
            <a:ext cx="2841254" cy="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68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Matías Núñez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708153"/>
            <a:ext cx="4482759" cy="1091972"/>
            <a:chOff x="0" y="0"/>
            <a:chExt cx="5977012" cy="14559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77012" cy="1455962"/>
            </a:xfrm>
            <a:custGeom>
              <a:avLst/>
              <a:gdLst/>
              <a:ahLst/>
              <a:cxnLst/>
              <a:rect r="r" b="b" t="t" l="l"/>
              <a:pathLst>
                <a:path h="1455962" w="5977012">
                  <a:moveTo>
                    <a:pt x="0" y="0"/>
                  </a:moveTo>
                  <a:lnTo>
                    <a:pt x="5977012" y="0"/>
                  </a:lnTo>
                  <a:lnTo>
                    <a:pt x="5977012" y="1455962"/>
                  </a:lnTo>
                  <a:lnTo>
                    <a:pt x="0" y="14559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5977012" cy="1522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origen de la problemática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49543" y="2455245"/>
            <a:ext cx="7901102" cy="5724347"/>
            <a:chOff x="0" y="0"/>
            <a:chExt cx="10534803" cy="76324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164" y="7747"/>
              <a:ext cx="10520562" cy="7616952"/>
            </a:xfrm>
            <a:custGeom>
              <a:avLst/>
              <a:gdLst/>
              <a:ahLst/>
              <a:cxnLst/>
              <a:rect r="r" b="b" t="t" l="l"/>
              <a:pathLst>
                <a:path h="7616952" w="10520562">
                  <a:moveTo>
                    <a:pt x="0" y="1269492"/>
                  </a:moveTo>
                  <a:cubicBezTo>
                    <a:pt x="0" y="568325"/>
                    <a:pt x="525911" y="0"/>
                    <a:pt x="1174784" y="0"/>
                  </a:cubicBezTo>
                  <a:lnTo>
                    <a:pt x="9345778" y="0"/>
                  </a:lnTo>
                  <a:cubicBezTo>
                    <a:pt x="9994651" y="0"/>
                    <a:pt x="10520562" y="568452"/>
                    <a:pt x="10520562" y="1269492"/>
                  </a:cubicBezTo>
                  <a:lnTo>
                    <a:pt x="10520562" y="6347460"/>
                  </a:lnTo>
                  <a:cubicBezTo>
                    <a:pt x="10520562" y="7048627"/>
                    <a:pt x="9994533" y="7616952"/>
                    <a:pt x="9345778" y="7616952"/>
                  </a:cubicBezTo>
                  <a:lnTo>
                    <a:pt x="1174784" y="7616952"/>
                  </a:lnTo>
                  <a:cubicBezTo>
                    <a:pt x="525911" y="7616952"/>
                    <a:pt x="0" y="7048627"/>
                    <a:pt x="0" y="63474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34896" cy="7632446"/>
            </a:xfrm>
            <a:custGeom>
              <a:avLst/>
              <a:gdLst/>
              <a:ahLst/>
              <a:cxnLst/>
              <a:rect r="r" b="b" t="t" l="l"/>
              <a:pathLst>
                <a:path h="7632446" w="10534896">
                  <a:moveTo>
                    <a:pt x="0" y="1277239"/>
                  </a:moveTo>
                  <a:cubicBezTo>
                    <a:pt x="0" y="571881"/>
                    <a:pt x="529199" y="0"/>
                    <a:pt x="1181948" y="0"/>
                  </a:cubicBezTo>
                  <a:lnTo>
                    <a:pt x="9352942" y="0"/>
                  </a:lnTo>
                  <a:lnTo>
                    <a:pt x="9352942" y="7747"/>
                  </a:lnTo>
                  <a:lnTo>
                    <a:pt x="9352942" y="0"/>
                  </a:lnTo>
                  <a:cubicBezTo>
                    <a:pt x="10005691" y="0"/>
                    <a:pt x="10534896" y="571881"/>
                    <a:pt x="10534896" y="1277239"/>
                  </a:cubicBezTo>
                  <a:lnTo>
                    <a:pt x="10527726" y="1277239"/>
                  </a:lnTo>
                  <a:lnTo>
                    <a:pt x="10534896" y="1277239"/>
                  </a:lnTo>
                  <a:lnTo>
                    <a:pt x="10534896" y="6355207"/>
                  </a:lnTo>
                  <a:lnTo>
                    <a:pt x="10527726" y="6355207"/>
                  </a:lnTo>
                  <a:lnTo>
                    <a:pt x="10534896" y="6355207"/>
                  </a:lnTo>
                  <a:cubicBezTo>
                    <a:pt x="10534896" y="7060565"/>
                    <a:pt x="10005691" y="7632446"/>
                    <a:pt x="9352942" y="7632446"/>
                  </a:cubicBezTo>
                  <a:lnTo>
                    <a:pt x="9352942" y="7624699"/>
                  </a:lnTo>
                  <a:lnTo>
                    <a:pt x="9352942" y="7632446"/>
                  </a:lnTo>
                  <a:lnTo>
                    <a:pt x="1181948" y="7632446"/>
                  </a:lnTo>
                  <a:lnTo>
                    <a:pt x="1181948" y="7624699"/>
                  </a:lnTo>
                  <a:lnTo>
                    <a:pt x="1181948" y="7632446"/>
                  </a:lnTo>
                  <a:cubicBezTo>
                    <a:pt x="529199" y="7632446"/>
                    <a:pt x="0" y="7060692"/>
                    <a:pt x="0" y="6355207"/>
                  </a:cubicBezTo>
                  <a:lnTo>
                    <a:pt x="0" y="1277239"/>
                  </a:lnTo>
                  <a:lnTo>
                    <a:pt x="7164" y="1277239"/>
                  </a:lnTo>
                  <a:lnTo>
                    <a:pt x="0" y="1277239"/>
                  </a:lnTo>
                  <a:moveTo>
                    <a:pt x="14211" y="1277239"/>
                  </a:moveTo>
                  <a:lnTo>
                    <a:pt x="14211" y="6355207"/>
                  </a:lnTo>
                  <a:lnTo>
                    <a:pt x="7164" y="6355207"/>
                  </a:lnTo>
                  <a:lnTo>
                    <a:pt x="14328" y="6355207"/>
                  </a:lnTo>
                  <a:cubicBezTo>
                    <a:pt x="14328" y="7052056"/>
                    <a:pt x="537068" y="7617079"/>
                    <a:pt x="1181948" y="7617079"/>
                  </a:cubicBezTo>
                  <a:lnTo>
                    <a:pt x="9352942" y="7617079"/>
                  </a:lnTo>
                  <a:cubicBezTo>
                    <a:pt x="9997822" y="7617079"/>
                    <a:pt x="10520561" y="7052183"/>
                    <a:pt x="10520561" y="6355207"/>
                  </a:cubicBezTo>
                  <a:lnTo>
                    <a:pt x="10520561" y="1277239"/>
                  </a:lnTo>
                  <a:cubicBezTo>
                    <a:pt x="10520561" y="580390"/>
                    <a:pt x="9997822" y="15367"/>
                    <a:pt x="9352942" y="15367"/>
                  </a:cubicBezTo>
                  <a:lnTo>
                    <a:pt x="1181948" y="15367"/>
                  </a:lnTo>
                  <a:lnTo>
                    <a:pt x="1181948" y="7747"/>
                  </a:lnTo>
                  <a:lnTo>
                    <a:pt x="1181948" y="15494"/>
                  </a:lnTo>
                  <a:cubicBezTo>
                    <a:pt x="537068" y="15367"/>
                    <a:pt x="14211" y="580390"/>
                    <a:pt x="14211" y="127723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0534803" cy="773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65"/>
                </a:lnSpc>
              </a:pPr>
              <a:r>
                <a:rPr lang="en-US" sz="272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problemática surge porque el ingreso de vehículos al taller se realiza de forma manual usando planillas y WhatsApp. Esto genera falta de control, poca trazabilidad, descoordinación entre los equipos y errores en la programación. Al aumentar el volumen de vehículos, el método actual se vuelve insuficiente, provocando retrasos y dificultando la toma de decisiones.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093107" y="2169136"/>
            <a:ext cx="5592851" cy="5642565"/>
          </a:xfrm>
          <a:custGeom>
            <a:avLst/>
            <a:gdLst/>
            <a:ahLst/>
            <a:cxnLst/>
            <a:rect r="r" b="b" t="t" l="l"/>
            <a:pathLst>
              <a:path h="5642565" w="5592851">
                <a:moveTo>
                  <a:pt x="0" y="0"/>
                </a:moveTo>
                <a:lnTo>
                  <a:pt x="5592851" y="0"/>
                </a:lnTo>
                <a:lnTo>
                  <a:pt x="5592851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25" y="737134"/>
            <a:ext cx="4293906" cy="106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360843" y="2459331"/>
            <a:ext cx="5753017" cy="6160099"/>
            <a:chOff x="0" y="0"/>
            <a:chExt cx="7670690" cy="82134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070" y="7747"/>
              <a:ext cx="7658466" cy="8198104"/>
            </a:xfrm>
            <a:custGeom>
              <a:avLst/>
              <a:gdLst/>
              <a:ahLst/>
              <a:cxnLst/>
              <a:rect r="r" b="b" t="t" l="l"/>
              <a:pathLst>
                <a:path h="8198104" w="7658466">
                  <a:moveTo>
                    <a:pt x="101" y="893572"/>
                  </a:moveTo>
                  <a:cubicBezTo>
                    <a:pt x="101" y="400050"/>
                    <a:pt x="318854" y="0"/>
                    <a:pt x="712060" y="0"/>
                  </a:cubicBezTo>
                  <a:lnTo>
                    <a:pt x="6946406" y="0"/>
                  </a:lnTo>
                  <a:cubicBezTo>
                    <a:pt x="7339612" y="0"/>
                    <a:pt x="7658466" y="400050"/>
                    <a:pt x="7658466" y="893699"/>
                  </a:cubicBezTo>
                  <a:lnTo>
                    <a:pt x="7658466" y="7304405"/>
                  </a:lnTo>
                  <a:cubicBezTo>
                    <a:pt x="7658466" y="7797927"/>
                    <a:pt x="7339713" y="8198104"/>
                    <a:pt x="6946406" y="8198104"/>
                  </a:cubicBezTo>
                  <a:lnTo>
                    <a:pt x="712060" y="8198104"/>
                  </a:lnTo>
                  <a:cubicBezTo>
                    <a:pt x="318854" y="8198104"/>
                    <a:pt x="0" y="7798054"/>
                    <a:pt x="0" y="730440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70605" cy="8213472"/>
            </a:xfrm>
            <a:custGeom>
              <a:avLst/>
              <a:gdLst/>
              <a:ahLst/>
              <a:cxnLst/>
              <a:rect r="r" b="b" t="t" l="l"/>
              <a:pathLst>
                <a:path h="8213472" w="7670605">
                  <a:moveTo>
                    <a:pt x="0" y="901319"/>
                  </a:moveTo>
                  <a:cubicBezTo>
                    <a:pt x="0" y="403606"/>
                    <a:pt x="321585" y="0"/>
                    <a:pt x="718130" y="0"/>
                  </a:cubicBezTo>
                  <a:lnTo>
                    <a:pt x="6952476" y="0"/>
                  </a:lnTo>
                  <a:lnTo>
                    <a:pt x="6952476" y="7747"/>
                  </a:lnTo>
                  <a:lnTo>
                    <a:pt x="6952476" y="0"/>
                  </a:lnTo>
                  <a:cubicBezTo>
                    <a:pt x="7349121" y="0"/>
                    <a:pt x="7670605" y="403606"/>
                    <a:pt x="7670605" y="901319"/>
                  </a:cubicBezTo>
                  <a:lnTo>
                    <a:pt x="7664434" y="901319"/>
                  </a:lnTo>
                  <a:lnTo>
                    <a:pt x="7670605" y="901319"/>
                  </a:lnTo>
                  <a:lnTo>
                    <a:pt x="7670605" y="7312152"/>
                  </a:lnTo>
                  <a:lnTo>
                    <a:pt x="7664434" y="7312152"/>
                  </a:lnTo>
                  <a:lnTo>
                    <a:pt x="7670605" y="7312152"/>
                  </a:lnTo>
                  <a:cubicBezTo>
                    <a:pt x="7670605" y="7809992"/>
                    <a:pt x="7349020" y="8213472"/>
                    <a:pt x="6952476" y="8213472"/>
                  </a:cubicBezTo>
                  <a:lnTo>
                    <a:pt x="6952476" y="8205724"/>
                  </a:lnTo>
                  <a:lnTo>
                    <a:pt x="6952476" y="8213472"/>
                  </a:lnTo>
                  <a:lnTo>
                    <a:pt x="718130" y="8213472"/>
                  </a:lnTo>
                  <a:lnTo>
                    <a:pt x="718130" y="8205724"/>
                  </a:lnTo>
                  <a:lnTo>
                    <a:pt x="718130" y="8213472"/>
                  </a:lnTo>
                  <a:cubicBezTo>
                    <a:pt x="321585" y="8213471"/>
                    <a:pt x="0" y="7809865"/>
                    <a:pt x="0" y="7312152"/>
                  </a:cubicBezTo>
                  <a:lnTo>
                    <a:pt x="0" y="901319"/>
                  </a:lnTo>
                  <a:lnTo>
                    <a:pt x="6171" y="901319"/>
                  </a:lnTo>
                  <a:lnTo>
                    <a:pt x="0" y="901319"/>
                  </a:lnTo>
                  <a:moveTo>
                    <a:pt x="12240" y="901319"/>
                  </a:moveTo>
                  <a:lnTo>
                    <a:pt x="12240" y="7312152"/>
                  </a:lnTo>
                  <a:lnTo>
                    <a:pt x="6171" y="7312152"/>
                  </a:lnTo>
                  <a:lnTo>
                    <a:pt x="12341" y="7312152"/>
                  </a:lnTo>
                  <a:cubicBezTo>
                    <a:pt x="12341" y="7801483"/>
                    <a:pt x="328363" y="8198104"/>
                    <a:pt x="718231" y="8198104"/>
                  </a:cubicBezTo>
                  <a:lnTo>
                    <a:pt x="6952476" y="8198104"/>
                  </a:lnTo>
                  <a:cubicBezTo>
                    <a:pt x="7342343" y="8198104"/>
                    <a:pt x="7658365" y="7801483"/>
                    <a:pt x="7658365" y="7312152"/>
                  </a:cubicBezTo>
                  <a:lnTo>
                    <a:pt x="7658365" y="901319"/>
                  </a:lnTo>
                  <a:cubicBezTo>
                    <a:pt x="7658365" y="411988"/>
                    <a:pt x="7342343" y="15367"/>
                    <a:pt x="6952476" y="15367"/>
                  </a:cubicBezTo>
                  <a:lnTo>
                    <a:pt x="718130" y="15367"/>
                  </a:lnTo>
                  <a:lnTo>
                    <a:pt x="718130" y="7747"/>
                  </a:lnTo>
                  <a:lnTo>
                    <a:pt x="718130" y="15494"/>
                  </a:lnTo>
                  <a:cubicBezTo>
                    <a:pt x="328262" y="15367"/>
                    <a:pt x="12240" y="412115"/>
                    <a:pt x="12240" y="90131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70690" cy="82706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Problemática</a:t>
              </a:r>
            </a:p>
            <a:p>
              <a:pPr algn="ctr">
                <a:lnSpc>
                  <a:spcPts val="1527"/>
                </a:lnSpc>
              </a:pPr>
            </a:p>
            <a:p>
              <a:pPr algn="l" marL="370292" indent="-185146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Situación actual:</a:t>
              </a:r>
            </a:p>
            <a:p>
              <a:pPr algn="l" marL="786125" indent="-26204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Procesos manuales con hojas de cálculo y WhatsApp.</a:t>
              </a:r>
            </a:p>
            <a:p>
              <a:pPr algn="l" marL="786125" indent="-26204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Problemas de control, trazabilidad, coordinación y medición de tiempos.</a:t>
              </a:r>
            </a:p>
            <a:p>
              <a:pPr algn="l" marL="370292" indent="-185146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Impacto:</a:t>
              </a:r>
            </a:p>
            <a:p>
              <a:pPr algn="l" marL="786125" indent="-26204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Desorden, pérdida de tiempo, baja eficiencia.</a:t>
              </a:r>
            </a:p>
            <a:p>
              <a:pPr algn="l" marL="786125" indent="-26204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Afecta a logística, mecánicos y encargados de flota.</a:t>
              </a:r>
            </a:p>
            <a:p>
              <a:pPr algn="ctr" marL="379509" indent="-126503" lvl="2">
                <a:lnSpc>
                  <a:spcPts val="152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15131" y="2459331"/>
            <a:ext cx="5512359" cy="6160099"/>
            <a:chOff x="0" y="0"/>
            <a:chExt cx="7349811" cy="82134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751" y="7747"/>
              <a:ext cx="7338311" cy="8198104"/>
            </a:xfrm>
            <a:custGeom>
              <a:avLst/>
              <a:gdLst/>
              <a:ahLst/>
              <a:cxnLst/>
              <a:rect r="r" b="b" t="t" l="l"/>
              <a:pathLst>
                <a:path h="8198104" w="7338311">
                  <a:moveTo>
                    <a:pt x="0" y="893572"/>
                  </a:moveTo>
                  <a:cubicBezTo>
                    <a:pt x="0" y="400050"/>
                    <a:pt x="297058" y="0"/>
                    <a:pt x="663596" y="0"/>
                  </a:cubicBezTo>
                  <a:lnTo>
                    <a:pt x="6674713" y="0"/>
                  </a:lnTo>
                  <a:cubicBezTo>
                    <a:pt x="7041252" y="0"/>
                    <a:pt x="7338311" y="400050"/>
                    <a:pt x="7338311" y="893699"/>
                  </a:cubicBezTo>
                  <a:lnTo>
                    <a:pt x="7338311" y="7304405"/>
                  </a:lnTo>
                  <a:cubicBezTo>
                    <a:pt x="7338311" y="7797927"/>
                    <a:pt x="7041252" y="8198104"/>
                    <a:pt x="6674713" y="8198104"/>
                  </a:cubicBezTo>
                  <a:lnTo>
                    <a:pt x="663596" y="8198104"/>
                  </a:lnTo>
                  <a:cubicBezTo>
                    <a:pt x="297058" y="8198104"/>
                    <a:pt x="0" y="7798054"/>
                    <a:pt x="0" y="730440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9813" cy="8213472"/>
            </a:xfrm>
            <a:custGeom>
              <a:avLst/>
              <a:gdLst/>
              <a:ahLst/>
              <a:cxnLst/>
              <a:rect r="r" b="b" t="t" l="l"/>
              <a:pathLst>
                <a:path h="8213472" w="7349813">
                  <a:moveTo>
                    <a:pt x="0" y="901319"/>
                  </a:moveTo>
                  <a:cubicBezTo>
                    <a:pt x="0" y="403606"/>
                    <a:pt x="299698" y="0"/>
                    <a:pt x="669347" y="0"/>
                  </a:cubicBezTo>
                  <a:lnTo>
                    <a:pt x="6680464" y="0"/>
                  </a:lnTo>
                  <a:lnTo>
                    <a:pt x="6680464" y="7747"/>
                  </a:lnTo>
                  <a:lnTo>
                    <a:pt x="6680464" y="0"/>
                  </a:lnTo>
                  <a:cubicBezTo>
                    <a:pt x="7050115" y="0"/>
                    <a:pt x="7349813" y="403606"/>
                    <a:pt x="7349813" y="901319"/>
                  </a:cubicBezTo>
                  <a:lnTo>
                    <a:pt x="7344062" y="901319"/>
                  </a:lnTo>
                  <a:lnTo>
                    <a:pt x="7349813" y="901319"/>
                  </a:lnTo>
                  <a:lnTo>
                    <a:pt x="7349813" y="7312152"/>
                  </a:lnTo>
                  <a:lnTo>
                    <a:pt x="7344062" y="7312152"/>
                  </a:lnTo>
                  <a:lnTo>
                    <a:pt x="7349813" y="7312152"/>
                  </a:lnTo>
                  <a:cubicBezTo>
                    <a:pt x="7349813" y="7809992"/>
                    <a:pt x="7050115" y="8213472"/>
                    <a:pt x="6680464" y="8213472"/>
                  </a:cubicBezTo>
                  <a:lnTo>
                    <a:pt x="6680464" y="8205724"/>
                  </a:lnTo>
                  <a:lnTo>
                    <a:pt x="6680464" y="8213472"/>
                  </a:lnTo>
                  <a:lnTo>
                    <a:pt x="669347" y="8213472"/>
                  </a:lnTo>
                  <a:lnTo>
                    <a:pt x="669347" y="8205724"/>
                  </a:lnTo>
                  <a:lnTo>
                    <a:pt x="669347" y="8213472"/>
                  </a:lnTo>
                  <a:cubicBezTo>
                    <a:pt x="299698" y="8213472"/>
                    <a:pt x="0" y="7809865"/>
                    <a:pt x="0" y="7312152"/>
                  </a:cubicBezTo>
                  <a:lnTo>
                    <a:pt x="0" y="901319"/>
                  </a:lnTo>
                  <a:lnTo>
                    <a:pt x="5751" y="901319"/>
                  </a:lnTo>
                  <a:lnTo>
                    <a:pt x="0" y="901319"/>
                  </a:lnTo>
                  <a:moveTo>
                    <a:pt x="11407" y="901319"/>
                  </a:moveTo>
                  <a:lnTo>
                    <a:pt x="11407" y="7312152"/>
                  </a:lnTo>
                  <a:lnTo>
                    <a:pt x="5751" y="7312152"/>
                  </a:lnTo>
                  <a:lnTo>
                    <a:pt x="11501" y="7312152"/>
                  </a:lnTo>
                  <a:cubicBezTo>
                    <a:pt x="11501" y="7801483"/>
                    <a:pt x="306014" y="8198104"/>
                    <a:pt x="669347" y="8198104"/>
                  </a:cubicBezTo>
                  <a:lnTo>
                    <a:pt x="6680464" y="8198104"/>
                  </a:lnTo>
                  <a:cubicBezTo>
                    <a:pt x="7043798" y="8198104"/>
                    <a:pt x="7338311" y="7801483"/>
                    <a:pt x="7338311" y="7312152"/>
                  </a:cubicBezTo>
                  <a:lnTo>
                    <a:pt x="7338311" y="901319"/>
                  </a:lnTo>
                  <a:cubicBezTo>
                    <a:pt x="7338311" y="411988"/>
                    <a:pt x="7043798" y="15367"/>
                    <a:pt x="6680464" y="15367"/>
                  </a:cubicBezTo>
                  <a:lnTo>
                    <a:pt x="669347" y="15367"/>
                  </a:lnTo>
                  <a:lnTo>
                    <a:pt x="669347" y="7747"/>
                  </a:lnTo>
                  <a:lnTo>
                    <a:pt x="669347" y="15494"/>
                  </a:lnTo>
                  <a:cubicBezTo>
                    <a:pt x="306014" y="15367"/>
                    <a:pt x="11407" y="412115"/>
                    <a:pt x="11407" y="90131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49811" cy="82706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Solución</a:t>
              </a:r>
            </a:p>
            <a:p>
              <a:pPr algn="ctr">
                <a:lnSpc>
                  <a:spcPts val="1527"/>
                </a:lnSpc>
              </a:pPr>
            </a:p>
            <a:p>
              <a:pPr algn="l">
                <a:lnSpc>
                  <a:spcPts val="3415"/>
                </a:lnSpc>
              </a:pPr>
            </a:p>
            <a:p>
              <a:pPr algn="l" marL="363694" indent="-181847" lvl="1">
                <a:lnSpc>
                  <a:spcPts val="3415"/>
                </a:lnSpc>
                <a:buFont typeface="Arial"/>
                <a:buChar char="•"/>
              </a:pPr>
              <a:r>
                <a:rPr lang="en-US" sz="28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propone crear un sistema web que automatice el ingreso de vehículos al taller, permitiendo programar ingresos, registrar estados, gestionar documentos y generar reportes. Con ello se mejora la coordinación, se reducen tiempos y se obtiene trazabilidad completa del proceso.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3562" y="4683760"/>
            <a:ext cx="1048951" cy="700241"/>
            <a:chOff x="0" y="0"/>
            <a:chExt cx="1398602" cy="9336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747" y="7747"/>
              <a:ext cx="1383157" cy="918210"/>
            </a:xfrm>
            <a:custGeom>
              <a:avLst/>
              <a:gdLst/>
              <a:ahLst/>
              <a:cxnLst/>
              <a:rect r="r" b="b" t="t" l="l"/>
              <a:pathLst>
                <a:path h="918210" w="1383157">
                  <a:moveTo>
                    <a:pt x="0" y="229489"/>
                  </a:moveTo>
                  <a:lnTo>
                    <a:pt x="921512" y="229489"/>
                  </a:lnTo>
                  <a:lnTo>
                    <a:pt x="921512" y="0"/>
                  </a:lnTo>
                  <a:lnTo>
                    <a:pt x="1383157" y="459105"/>
                  </a:lnTo>
                  <a:lnTo>
                    <a:pt x="921512" y="918210"/>
                  </a:lnTo>
                  <a:lnTo>
                    <a:pt x="921512" y="688594"/>
                  </a:lnTo>
                  <a:lnTo>
                    <a:pt x="0" y="688594"/>
                  </a:ln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75"/>
              <a:ext cx="1398524" cy="933554"/>
            </a:xfrm>
            <a:custGeom>
              <a:avLst/>
              <a:gdLst/>
              <a:ahLst/>
              <a:cxnLst/>
              <a:rect r="r" b="b" t="t" l="l"/>
              <a:pathLst>
                <a:path h="933554" w="1398524">
                  <a:moveTo>
                    <a:pt x="7747" y="229541"/>
                  </a:moveTo>
                  <a:lnTo>
                    <a:pt x="929259" y="229541"/>
                  </a:lnTo>
                  <a:lnTo>
                    <a:pt x="929259" y="237288"/>
                  </a:lnTo>
                  <a:lnTo>
                    <a:pt x="921512" y="237288"/>
                  </a:lnTo>
                  <a:lnTo>
                    <a:pt x="921512" y="7672"/>
                  </a:lnTo>
                  <a:cubicBezTo>
                    <a:pt x="921512" y="4624"/>
                    <a:pt x="923417" y="1703"/>
                    <a:pt x="926211" y="560"/>
                  </a:cubicBezTo>
                  <a:cubicBezTo>
                    <a:pt x="929005" y="-583"/>
                    <a:pt x="932434" y="52"/>
                    <a:pt x="934593" y="2211"/>
                  </a:cubicBezTo>
                  <a:lnTo>
                    <a:pt x="1396238" y="461316"/>
                  </a:lnTo>
                  <a:cubicBezTo>
                    <a:pt x="1397635" y="462713"/>
                    <a:pt x="1398524" y="464745"/>
                    <a:pt x="1398524" y="466777"/>
                  </a:cubicBezTo>
                  <a:cubicBezTo>
                    <a:pt x="1398524" y="468809"/>
                    <a:pt x="1397762" y="470841"/>
                    <a:pt x="1396238" y="472238"/>
                  </a:cubicBezTo>
                  <a:lnTo>
                    <a:pt x="934593" y="931343"/>
                  </a:lnTo>
                  <a:cubicBezTo>
                    <a:pt x="932434" y="933502"/>
                    <a:pt x="929132" y="934137"/>
                    <a:pt x="926211" y="932994"/>
                  </a:cubicBezTo>
                  <a:cubicBezTo>
                    <a:pt x="923290" y="931851"/>
                    <a:pt x="921512" y="929057"/>
                    <a:pt x="921512" y="925882"/>
                  </a:cubicBezTo>
                  <a:lnTo>
                    <a:pt x="921512" y="696266"/>
                  </a:lnTo>
                  <a:lnTo>
                    <a:pt x="929259" y="696266"/>
                  </a:lnTo>
                  <a:lnTo>
                    <a:pt x="929259" y="704013"/>
                  </a:lnTo>
                  <a:lnTo>
                    <a:pt x="7747" y="704013"/>
                  </a:lnTo>
                  <a:cubicBezTo>
                    <a:pt x="3556" y="704013"/>
                    <a:pt x="0" y="700584"/>
                    <a:pt x="0" y="696266"/>
                  </a:cubicBezTo>
                  <a:lnTo>
                    <a:pt x="0" y="237161"/>
                  </a:lnTo>
                  <a:cubicBezTo>
                    <a:pt x="0" y="232970"/>
                    <a:pt x="3429" y="229414"/>
                    <a:pt x="7747" y="229414"/>
                  </a:cubicBezTo>
                  <a:moveTo>
                    <a:pt x="7747" y="244781"/>
                  </a:moveTo>
                  <a:lnTo>
                    <a:pt x="7747" y="237034"/>
                  </a:lnTo>
                  <a:lnTo>
                    <a:pt x="15494" y="237034"/>
                  </a:lnTo>
                  <a:lnTo>
                    <a:pt x="15494" y="696266"/>
                  </a:lnTo>
                  <a:lnTo>
                    <a:pt x="7747" y="696266"/>
                  </a:lnTo>
                  <a:lnTo>
                    <a:pt x="7747" y="688519"/>
                  </a:lnTo>
                  <a:lnTo>
                    <a:pt x="929259" y="688519"/>
                  </a:lnTo>
                  <a:cubicBezTo>
                    <a:pt x="933450" y="688519"/>
                    <a:pt x="937006" y="691948"/>
                    <a:pt x="937006" y="696266"/>
                  </a:cubicBezTo>
                  <a:lnTo>
                    <a:pt x="937006" y="925882"/>
                  </a:lnTo>
                  <a:lnTo>
                    <a:pt x="929259" y="925882"/>
                  </a:lnTo>
                  <a:lnTo>
                    <a:pt x="923798" y="920421"/>
                  </a:lnTo>
                  <a:lnTo>
                    <a:pt x="1385443" y="461316"/>
                  </a:lnTo>
                  <a:lnTo>
                    <a:pt x="1390904" y="466777"/>
                  </a:lnTo>
                  <a:lnTo>
                    <a:pt x="1385443" y="472238"/>
                  </a:lnTo>
                  <a:lnTo>
                    <a:pt x="923798" y="13133"/>
                  </a:lnTo>
                  <a:lnTo>
                    <a:pt x="929259" y="7672"/>
                  </a:lnTo>
                  <a:lnTo>
                    <a:pt x="937006" y="7672"/>
                  </a:lnTo>
                  <a:lnTo>
                    <a:pt x="937006" y="237161"/>
                  </a:lnTo>
                  <a:cubicBezTo>
                    <a:pt x="937006" y="241352"/>
                    <a:pt x="933577" y="244908"/>
                    <a:pt x="929259" y="244908"/>
                  </a:cubicBezTo>
                  <a:lnTo>
                    <a:pt x="7747" y="244908"/>
                  </a:ln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24304" y="1477075"/>
            <a:ext cx="15163143" cy="5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4305" y="5340492"/>
            <a:ext cx="15163143" cy="5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00592" y="2488443"/>
            <a:ext cx="13810721" cy="2402592"/>
            <a:chOff x="0" y="0"/>
            <a:chExt cx="18414295" cy="32034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747" y="7747"/>
              <a:ext cx="18398871" cy="3188081"/>
            </a:xfrm>
            <a:custGeom>
              <a:avLst/>
              <a:gdLst/>
              <a:ahLst/>
              <a:cxnLst/>
              <a:rect r="r" b="b" t="t" l="l"/>
              <a:pathLst>
                <a:path h="3188081" w="18398871">
                  <a:moveTo>
                    <a:pt x="0" y="531368"/>
                  </a:moveTo>
                  <a:cubicBezTo>
                    <a:pt x="0" y="237871"/>
                    <a:pt x="238760" y="0"/>
                    <a:pt x="533400" y="0"/>
                  </a:cubicBezTo>
                  <a:lnTo>
                    <a:pt x="17865343" y="0"/>
                  </a:lnTo>
                  <a:cubicBezTo>
                    <a:pt x="18159983" y="0"/>
                    <a:pt x="18398871" y="237871"/>
                    <a:pt x="18398871" y="531368"/>
                  </a:cubicBezTo>
                  <a:lnTo>
                    <a:pt x="18398871" y="2656713"/>
                  </a:lnTo>
                  <a:cubicBezTo>
                    <a:pt x="18398871" y="2950210"/>
                    <a:pt x="18159983" y="3188081"/>
                    <a:pt x="17865343" y="3188081"/>
                  </a:cubicBezTo>
                  <a:lnTo>
                    <a:pt x="533400" y="3188081"/>
                  </a:lnTo>
                  <a:cubicBezTo>
                    <a:pt x="238760" y="3187954"/>
                    <a:pt x="0" y="2950083"/>
                    <a:pt x="0" y="265671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14237" cy="3203575"/>
            </a:xfrm>
            <a:custGeom>
              <a:avLst/>
              <a:gdLst/>
              <a:ahLst/>
              <a:cxnLst/>
              <a:rect r="r" b="b" t="t" l="l"/>
              <a:pathLst>
                <a:path h="3203575" w="18414237">
                  <a:moveTo>
                    <a:pt x="0" y="539115"/>
                  </a:moveTo>
                  <a:cubicBezTo>
                    <a:pt x="0" y="241300"/>
                    <a:pt x="242316" y="0"/>
                    <a:pt x="541147" y="0"/>
                  </a:cubicBezTo>
                  <a:lnTo>
                    <a:pt x="17873090" y="0"/>
                  </a:lnTo>
                  <a:lnTo>
                    <a:pt x="17873090" y="7747"/>
                  </a:lnTo>
                  <a:lnTo>
                    <a:pt x="17873090" y="0"/>
                  </a:lnTo>
                  <a:cubicBezTo>
                    <a:pt x="18171922" y="0"/>
                    <a:pt x="18414237" y="241300"/>
                    <a:pt x="18414237" y="539115"/>
                  </a:cubicBezTo>
                  <a:lnTo>
                    <a:pt x="18406490" y="539115"/>
                  </a:lnTo>
                  <a:lnTo>
                    <a:pt x="18414237" y="539115"/>
                  </a:lnTo>
                  <a:lnTo>
                    <a:pt x="18414237" y="2664460"/>
                  </a:lnTo>
                  <a:lnTo>
                    <a:pt x="18406490" y="2664460"/>
                  </a:lnTo>
                  <a:lnTo>
                    <a:pt x="18414237" y="2664460"/>
                  </a:lnTo>
                  <a:cubicBezTo>
                    <a:pt x="18414237" y="2962148"/>
                    <a:pt x="18171922" y="3203575"/>
                    <a:pt x="17873090" y="3203575"/>
                  </a:cubicBezTo>
                  <a:lnTo>
                    <a:pt x="17873090" y="3195828"/>
                  </a:lnTo>
                  <a:lnTo>
                    <a:pt x="17873090" y="3203575"/>
                  </a:lnTo>
                  <a:lnTo>
                    <a:pt x="541147" y="3203575"/>
                  </a:lnTo>
                  <a:lnTo>
                    <a:pt x="541147" y="3195828"/>
                  </a:lnTo>
                  <a:lnTo>
                    <a:pt x="541147" y="3203575"/>
                  </a:lnTo>
                  <a:cubicBezTo>
                    <a:pt x="242316" y="3203448"/>
                    <a:pt x="0" y="2962148"/>
                    <a:pt x="0" y="2664460"/>
                  </a:cubicBezTo>
                  <a:lnTo>
                    <a:pt x="0" y="539115"/>
                  </a:lnTo>
                  <a:lnTo>
                    <a:pt x="7747" y="539115"/>
                  </a:lnTo>
                  <a:lnTo>
                    <a:pt x="0" y="539115"/>
                  </a:lnTo>
                  <a:moveTo>
                    <a:pt x="15367" y="539115"/>
                  </a:moveTo>
                  <a:lnTo>
                    <a:pt x="15367" y="2664460"/>
                  </a:lnTo>
                  <a:lnTo>
                    <a:pt x="7747" y="2664460"/>
                  </a:lnTo>
                  <a:lnTo>
                    <a:pt x="15494" y="2664460"/>
                  </a:lnTo>
                  <a:cubicBezTo>
                    <a:pt x="15494" y="2953639"/>
                    <a:pt x="250825" y="3188081"/>
                    <a:pt x="541274" y="3188081"/>
                  </a:cubicBezTo>
                  <a:lnTo>
                    <a:pt x="17873090" y="3188081"/>
                  </a:lnTo>
                  <a:cubicBezTo>
                    <a:pt x="18163539" y="3188081"/>
                    <a:pt x="18398871" y="2953639"/>
                    <a:pt x="18398871" y="2664460"/>
                  </a:cubicBezTo>
                  <a:lnTo>
                    <a:pt x="18398871" y="539115"/>
                  </a:lnTo>
                  <a:cubicBezTo>
                    <a:pt x="18398871" y="249936"/>
                    <a:pt x="18163539" y="15494"/>
                    <a:pt x="17873090" y="15494"/>
                  </a:cubicBezTo>
                  <a:lnTo>
                    <a:pt x="541147" y="15494"/>
                  </a:lnTo>
                  <a:lnTo>
                    <a:pt x="541147" y="7747"/>
                  </a:lnTo>
                  <a:lnTo>
                    <a:pt x="541147" y="15494"/>
                  </a:lnTo>
                  <a:cubicBezTo>
                    <a:pt x="250698" y="15494"/>
                    <a:pt x="15367" y="249936"/>
                    <a:pt x="15367" y="539115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414295" cy="3241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3639"/>
                </a:lnSpc>
              </a:pPr>
              <a:r>
                <a:rPr lang="en-US" b="true" sz="263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General:</a:t>
              </a:r>
            </a:p>
            <a:p>
              <a:pPr algn="l" marL="745697" indent="-248566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Desarrollar una plataforma tecnológica que gestione de manera eficiente y centralizada el ingreso de vehículos al taller, optimizando tiempos, mejorando la comunicación y asegurando la trazabilidad de la información.</a:t>
              </a:r>
            </a:p>
            <a:p>
              <a:pPr algn="ctr" marL="359991" indent="-119997" lvl="2">
                <a:lnSpc>
                  <a:spcPts val="152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00515" y="6225059"/>
            <a:ext cx="13810721" cy="2717196"/>
            <a:chOff x="0" y="0"/>
            <a:chExt cx="18414295" cy="3622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20" y="7747"/>
              <a:ext cx="18398998" cy="3607435"/>
            </a:xfrm>
            <a:custGeom>
              <a:avLst/>
              <a:gdLst/>
              <a:ahLst/>
              <a:cxnLst/>
              <a:rect r="r" b="b" t="t" l="l"/>
              <a:pathLst>
                <a:path h="3607435" w="18398998">
                  <a:moveTo>
                    <a:pt x="127" y="601218"/>
                  </a:moveTo>
                  <a:cubicBezTo>
                    <a:pt x="127" y="269113"/>
                    <a:pt x="270256" y="0"/>
                    <a:pt x="603377" y="0"/>
                  </a:cubicBezTo>
                  <a:lnTo>
                    <a:pt x="17795620" y="0"/>
                  </a:lnTo>
                  <a:cubicBezTo>
                    <a:pt x="18128868" y="0"/>
                    <a:pt x="18398998" y="269240"/>
                    <a:pt x="18398998" y="601218"/>
                  </a:cubicBezTo>
                  <a:lnTo>
                    <a:pt x="18398998" y="3006217"/>
                  </a:lnTo>
                  <a:cubicBezTo>
                    <a:pt x="18398998" y="3338322"/>
                    <a:pt x="18128868" y="3607435"/>
                    <a:pt x="17795620" y="3607435"/>
                  </a:cubicBezTo>
                  <a:lnTo>
                    <a:pt x="603377" y="3607435"/>
                  </a:lnTo>
                  <a:cubicBezTo>
                    <a:pt x="270129" y="3607435"/>
                    <a:pt x="0" y="3338195"/>
                    <a:pt x="0" y="30062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14237" cy="3622929"/>
            </a:xfrm>
            <a:custGeom>
              <a:avLst/>
              <a:gdLst/>
              <a:ahLst/>
              <a:cxnLst/>
              <a:rect r="r" b="b" t="t" l="l"/>
              <a:pathLst>
                <a:path h="3622929" w="18414237">
                  <a:moveTo>
                    <a:pt x="0" y="608965"/>
                  </a:moveTo>
                  <a:cubicBezTo>
                    <a:pt x="0" y="272669"/>
                    <a:pt x="273558" y="0"/>
                    <a:pt x="610997" y="0"/>
                  </a:cubicBezTo>
                  <a:lnTo>
                    <a:pt x="17803240" y="0"/>
                  </a:lnTo>
                  <a:lnTo>
                    <a:pt x="17803240" y="7747"/>
                  </a:lnTo>
                  <a:lnTo>
                    <a:pt x="17803240" y="0"/>
                  </a:lnTo>
                  <a:cubicBezTo>
                    <a:pt x="18140679" y="0"/>
                    <a:pt x="18414237" y="272669"/>
                    <a:pt x="18414237" y="608965"/>
                  </a:cubicBezTo>
                  <a:lnTo>
                    <a:pt x="18406490" y="608965"/>
                  </a:lnTo>
                  <a:lnTo>
                    <a:pt x="18414237" y="608965"/>
                  </a:lnTo>
                  <a:lnTo>
                    <a:pt x="18414237" y="3013964"/>
                  </a:lnTo>
                  <a:lnTo>
                    <a:pt x="18406490" y="3013964"/>
                  </a:lnTo>
                  <a:lnTo>
                    <a:pt x="18414237" y="3013964"/>
                  </a:lnTo>
                  <a:cubicBezTo>
                    <a:pt x="18414237" y="3350260"/>
                    <a:pt x="18140679" y="3622929"/>
                    <a:pt x="17803240" y="3622929"/>
                  </a:cubicBezTo>
                  <a:lnTo>
                    <a:pt x="17803240" y="3615182"/>
                  </a:lnTo>
                  <a:lnTo>
                    <a:pt x="17803240" y="3622929"/>
                  </a:lnTo>
                  <a:lnTo>
                    <a:pt x="610997" y="3622929"/>
                  </a:lnTo>
                  <a:lnTo>
                    <a:pt x="610997" y="3615182"/>
                  </a:lnTo>
                  <a:lnTo>
                    <a:pt x="610997" y="3622929"/>
                  </a:lnTo>
                  <a:cubicBezTo>
                    <a:pt x="273558" y="3622929"/>
                    <a:pt x="0" y="3350260"/>
                    <a:pt x="0" y="3013964"/>
                  </a:cubicBezTo>
                  <a:lnTo>
                    <a:pt x="0" y="608965"/>
                  </a:lnTo>
                  <a:lnTo>
                    <a:pt x="7747" y="608965"/>
                  </a:lnTo>
                  <a:lnTo>
                    <a:pt x="0" y="608965"/>
                  </a:lnTo>
                  <a:moveTo>
                    <a:pt x="15367" y="608965"/>
                  </a:moveTo>
                  <a:lnTo>
                    <a:pt x="15367" y="3013964"/>
                  </a:lnTo>
                  <a:lnTo>
                    <a:pt x="7747" y="3013964"/>
                  </a:lnTo>
                  <a:lnTo>
                    <a:pt x="15494" y="3013964"/>
                  </a:lnTo>
                  <a:cubicBezTo>
                    <a:pt x="15494" y="3341751"/>
                    <a:pt x="282194" y="3607562"/>
                    <a:pt x="611124" y="3607562"/>
                  </a:cubicBezTo>
                  <a:lnTo>
                    <a:pt x="17803240" y="3607562"/>
                  </a:lnTo>
                  <a:cubicBezTo>
                    <a:pt x="18132171" y="3607562"/>
                    <a:pt x="18398871" y="3341751"/>
                    <a:pt x="18398871" y="3013964"/>
                  </a:cubicBezTo>
                  <a:lnTo>
                    <a:pt x="18398871" y="608965"/>
                  </a:lnTo>
                  <a:cubicBezTo>
                    <a:pt x="18398871" y="281178"/>
                    <a:pt x="18132171" y="15367"/>
                    <a:pt x="17803240" y="15367"/>
                  </a:cubicBezTo>
                  <a:lnTo>
                    <a:pt x="610997" y="15367"/>
                  </a:lnTo>
                  <a:lnTo>
                    <a:pt x="610997" y="7747"/>
                  </a:lnTo>
                  <a:lnTo>
                    <a:pt x="610997" y="15494"/>
                  </a:lnTo>
                  <a:cubicBezTo>
                    <a:pt x="282067" y="15494"/>
                    <a:pt x="15367" y="281305"/>
                    <a:pt x="15367" y="60909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414295" cy="366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1757"/>
                </a:lnSpc>
              </a:pPr>
            </a:p>
            <a:p>
              <a:pPr algn="l">
                <a:lnSpc>
                  <a:spcPts val="3639"/>
                </a:lnSpc>
              </a:pPr>
              <a:r>
                <a:rPr lang="en-US" b="true" sz="2637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Específicos:</a:t>
              </a:r>
            </a:p>
            <a:p>
              <a:pPr algn="l" marL="745697" indent="-248566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Facilitar la programación y control de los ingresos de vehículos.</a:t>
              </a:r>
            </a:p>
            <a:p>
              <a:pPr algn="l" marL="745697" indent="-248566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Permitir la gestión en tiempo real de estados y pausas del proceso.</a:t>
              </a:r>
            </a:p>
            <a:p>
              <a:pPr algn="l" marL="745697" indent="-248566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Integrar la comunicación y la documentación en una sola plataforma.</a:t>
              </a:r>
            </a:p>
            <a:p>
              <a:pPr algn="l" marL="745697" indent="-248566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Generar reportes automáticos para la toma de decisiones. </a:t>
              </a:r>
            </a:p>
            <a:p>
              <a:pPr algn="l" marL="359991" indent="-119997" lvl="2">
                <a:lnSpc>
                  <a:spcPts val="1757"/>
                </a:lnSpc>
              </a:pPr>
            </a:p>
            <a:p>
              <a:pPr algn="l" marL="359991" indent="-119997" lvl="2">
                <a:lnSpc>
                  <a:spcPts val="1757"/>
                </a:lnSpc>
              </a:pPr>
            </a:p>
            <a:p>
              <a:pPr algn="l" marL="359991" indent="-119997" lvl="2">
                <a:lnSpc>
                  <a:spcPts val="1757"/>
                </a:lnSpc>
              </a:pPr>
            </a:p>
            <a:p>
              <a:pPr algn="l" marL="359991" indent="-119997" lvl="2">
                <a:lnSpc>
                  <a:spcPts val="1757"/>
                </a:lnSpc>
              </a:pPr>
            </a:p>
            <a:p>
              <a:pPr algn="l" marL="359991" indent="-119997" lvl="2">
                <a:lnSpc>
                  <a:spcPts val="175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0" y="927409"/>
            <a:ext cx="4499403" cy="57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24304" y="1477075"/>
            <a:ext cx="15163143" cy="5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4305" y="5340492"/>
            <a:ext cx="15163143" cy="5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Limitaciones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00592" y="2488443"/>
            <a:ext cx="13810721" cy="2402592"/>
            <a:chOff x="0" y="0"/>
            <a:chExt cx="18414295" cy="32034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747" y="7747"/>
              <a:ext cx="18398871" cy="3188081"/>
            </a:xfrm>
            <a:custGeom>
              <a:avLst/>
              <a:gdLst/>
              <a:ahLst/>
              <a:cxnLst/>
              <a:rect r="r" b="b" t="t" l="l"/>
              <a:pathLst>
                <a:path h="3188081" w="18398871">
                  <a:moveTo>
                    <a:pt x="0" y="531368"/>
                  </a:moveTo>
                  <a:cubicBezTo>
                    <a:pt x="0" y="237871"/>
                    <a:pt x="238760" y="0"/>
                    <a:pt x="533400" y="0"/>
                  </a:cubicBezTo>
                  <a:lnTo>
                    <a:pt x="17865343" y="0"/>
                  </a:lnTo>
                  <a:cubicBezTo>
                    <a:pt x="18159983" y="0"/>
                    <a:pt x="18398871" y="237871"/>
                    <a:pt x="18398871" y="531368"/>
                  </a:cubicBezTo>
                  <a:lnTo>
                    <a:pt x="18398871" y="2656713"/>
                  </a:lnTo>
                  <a:cubicBezTo>
                    <a:pt x="18398871" y="2950210"/>
                    <a:pt x="18159983" y="3188081"/>
                    <a:pt x="17865343" y="3188081"/>
                  </a:cubicBezTo>
                  <a:lnTo>
                    <a:pt x="533400" y="3188081"/>
                  </a:lnTo>
                  <a:cubicBezTo>
                    <a:pt x="238760" y="3187954"/>
                    <a:pt x="0" y="2950083"/>
                    <a:pt x="0" y="265671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14237" cy="3203575"/>
            </a:xfrm>
            <a:custGeom>
              <a:avLst/>
              <a:gdLst/>
              <a:ahLst/>
              <a:cxnLst/>
              <a:rect r="r" b="b" t="t" l="l"/>
              <a:pathLst>
                <a:path h="3203575" w="18414237">
                  <a:moveTo>
                    <a:pt x="0" y="539115"/>
                  </a:moveTo>
                  <a:cubicBezTo>
                    <a:pt x="0" y="241300"/>
                    <a:pt x="242316" y="0"/>
                    <a:pt x="541147" y="0"/>
                  </a:cubicBezTo>
                  <a:lnTo>
                    <a:pt x="17873090" y="0"/>
                  </a:lnTo>
                  <a:lnTo>
                    <a:pt x="17873090" y="7747"/>
                  </a:lnTo>
                  <a:lnTo>
                    <a:pt x="17873090" y="0"/>
                  </a:lnTo>
                  <a:cubicBezTo>
                    <a:pt x="18171922" y="0"/>
                    <a:pt x="18414237" y="241300"/>
                    <a:pt x="18414237" y="539115"/>
                  </a:cubicBezTo>
                  <a:lnTo>
                    <a:pt x="18406490" y="539115"/>
                  </a:lnTo>
                  <a:lnTo>
                    <a:pt x="18414237" y="539115"/>
                  </a:lnTo>
                  <a:lnTo>
                    <a:pt x="18414237" y="2664460"/>
                  </a:lnTo>
                  <a:lnTo>
                    <a:pt x="18406490" y="2664460"/>
                  </a:lnTo>
                  <a:lnTo>
                    <a:pt x="18414237" y="2664460"/>
                  </a:lnTo>
                  <a:cubicBezTo>
                    <a:pt x="18414237" y="2962148"/>
                    <a:pt x="18171922" y="3203575"/>
                    <a:pt x="17873090" y="3203575"/>
                  </a:cubicBezTo>
                  <a:lnTo>
                    <a:pt x="17873090" y="3195828"/>
                  </a:lnTo>
                  <a:lnTo>
                    <a:pt x="17873090" y="3203575"/>
                  </a:lnTo>
                  <a:lnTo>
                    <a:pt x="541147" y="3203575"/>
                  </a:lnTo>
                  <a:lnTo>
                    <a:pt x="541147" y="3195828"/>
                  </a:lnTo>
                  <a:lnTo>
                    <a:pt x="541147" y="3203575"/>
                  </a:lnTo>
                  <a:cubicBezTo>
                    <a:pt x="242316" y="3203448"/>
                    <a:pt x="0" y="2962148"/>
                    <a:pt x="0" y="2664460"/>
                  </a:cubicBezTo>
                  <a:lnTo>
                    <a:pt x="0" y="539115"/>
                  </a:lnTo>
                  <a:lnTo>
                    <a:pt x="7747" y="539115"/>
                  </a:lnTo>
                  <a:lnTo>
                    <a:pt x="0" y="539115"/>
                  </a:lnTo>
                  <a:moveTo>
                    <a:pt x="15367" y="539115"/>
                  </a:moveTo>
                  <a:lnTo>
                    <a:pt x="15367" y="2664460"/>
                  </a:lnTo>
                  <a:lnTo>
                    <a:pt x="7747" y="2664460"/>
                  </a:lnTo>
                  <a:lnTo>
                    <a:pt x="15494" y="2664460"/>
                  </a:lnTo>
                  <a:cubicBezTo>
                    <a:pt x="15494" y="2953639"/>
                    <a:pt x="250825" y="3188081"/>
                    <a:pt x="541274" y="3188081"/>
                  </a:cubicBezTo>
                  <a:lnTo>
                    <a:pt x="17873090" y="3188081"/>
                  </a:lnTo>
                  <a:cubicBezTo>
                    <a:pt x="18163539" y="3188081"/>
                    <a:pt x="18398871" y="2953639"/>
                    <a:pt x="18398871" y="2664460"/>
                  </a:cubicBezTo>
                  <a:lnTo>
                    <a:pt x="18398871" y="539115"/>
                  </a:lnTo>
                  <a:cubicBezTo>
                    <a:pt x="18398871" y="249936"/>
                    <a:pt x="18163539" y="15494"/>
                    <a:pt x="17873090" y="15494"/>
                  </a:cubicBezTo>
                  <a:lnTo>
                    <a:pt x="541147" y="15494"/>
                  </a:lnTo>
                  <a:lnTo>
                    <a:pt x="541147" y="7747"/>
                  </a:lnTo>
                  <a:lnTo>
                    <a:pt x="541147" y="15494"/>
                  </a:lnTo>
                  <a:cubicBezTo>
                    <a:pt x="250698" y="15494"/>
                    <a:pt x="15367" y="249936"/>
                    <a:pt x="15367" y="539115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414295" cy="325108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y programación de ingresos de vehículos al taller.</a:t>
              </a:r>
            </a:p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estados y pausas del proceso en tiempo real.</a:t>
              </a:r>
            </a:p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Perfiles diferenciados para choferes, supervisores y mecánicos.</a:t>
              </a:r>
            </a:p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Subida y consulta de documentos, fotos e informes relacionados a cada vehículo.</a:t>
              </a:r>
            </a:p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Generación de reportes básicos sobre tiempos, productividad y documentación.</a:t>
              </a:r>
            </a:p>
            <a:p>
              <a:pPr algn="l" marL="313043" indent="-156522" lvl="1">
                <a:lnSpc>
                  <a:spcPts val="2728"/>
                </a:lnSpc>
                <a:buFont typeface="Arial"/>
                <a:buChar char="•"/>
              </a:pPr>
              <a:r>
                <a:rPr lang="en-US" sz="22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Acceso centralizado a toda la información de cada vehículo desde la plataforma web responsiva.</a:t>
              </a:r>
            </a:p>
            <a:p>
              <a:pPr algn="ctr" marL="175304" indent="-87652" lvl="1">
                <a:lnSpc>
                  <a:spcPts val="152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00515" y="6225059"/>
            <a:ext cx="13810721" cy="2717196"/>
            <a:chOff x="0" y="0"/>
            <a:chExt cx="18414295" cy="3622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20" y="7747"/>
              <a:ext cx="18398998" cy="3607435"/>
            </a:xfrm>
            <a:custGeom>
              <a:avLst/>
              <a:gdLst/>
              <a:ahLst/>
              <a:cxnLst/>
              <a:rect r="r" b="b" t="t" l="l"/>
              <a:pathLst>
                <a:path h="3607435" w="18398998">
                  <a:moveTo>
                    <a:pt x="127" y="601218"/>
                  </a:moveTo>
                  <a:cubicBezTo>
                    <a:pt x="127" y="269113"/>
                    <a:pt x="270256" y="0"/>
                    <a:pt x="603377" y="0"/>
                  </a:cubicBezTo>
                  <a:lnTo>
                    <a:pt x="17795620" y="0"/>
                  </a:lnTo>
                  <a:cubicBezTo>
                    <a:pt x="18128868" y="0"/>
                    <a:pt x="18398998" y="269240"/>
                    <a:pt x="18398998" y="601218"/>
                  </a:cubicBezTo>
                  <a:lnTo>
                    <a:pt x="18398998" y="3006217"/>
                  </a:lnTo>
                  <a:cubicBezTo>
                    <a:pt x="18398998" y="3338322"/>
                    <a:pt x="18128868" y="3607435"/>
                    <a:pt x="17795620" y="3607435"/>
                  </a:cubicBezTo>
                  <a:lnTo>
                    <a:pt x="603377" y="3607435"/>
                  </a:lnTo>
                  <a:cubicBezTo>
                    <a:pt x="270129" y="3607435"/>
                    <a:pt x="0" y="3338195"/>
                    <a:pt x="0" y="30062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14237" cy="3622929"/>
            </a:xfrm>
            <a:custGeom>
              <a:avLst/>
              <a:gdLst/>
              <a:ahLst/>
              <a:cxnLst/>
              <a:rect r="r" b="b" t="t" l="l"/>
              <a:pathLst>
                <a:path h="3622929" w="18414237">
                  <a:moveTo>
                    <a:pt x="0" y="608965"/>
                  </a:moveTo>
                  <a:cubicBezTo>
                    <a:pt x="0" y="272669"/>
                    <a:pt x="273558" y="0"/>
                    <a:pt x="610997" y="0"/>
                  </a:cubicBezTo>
                  <a:lnTo>
                    <a:pt x="17803240" y="0"/>
                  </a:lnTo>
                  <a:lnTo>
                    <a:pt x="17803240" y="7747"/>
                  </a:lnTo>
                  <a:lnTo>
                    <a:pt x="17803240" y="0"/>
                  </a:lnTo>
                  <a:cubicBezTo>
                    <a:pt x="18140679" y="0"/>
                    <a:pt x="18414237" y="272669"/>
                    <a:pt x="18414237" y="608965"/>
                  </a:cubicBezTo>
                  <a:lnTo>
                    <a:pt x="18406490" y="608965"/>
                  </a:lnTo>
                  <a:lnTo>
                    <a:pt x="18414237" y="608965"/>
                  </a:lnTo>
                  <a:lnTo>
                    <a:pt x="18414237" y="3013964"/>
                  </a:lnTo>
                  <a:lnTo>
                    <a:pt x="18406490" y="3013964"/>
                  </a:lnTo>
                  <a:lnTo>
                    <a:pt x="18414237" y="3013964"/>
                  </a:lnTo>
                  <a:cubicBezTo>
                    <a:pt x="18414237" y="3350260"/>
                    <a:pt x="18140679" y="3622929"/>
                    <a:pt x="17803240" y="3622929"/>
                  </a:cubicBezTo>
                  <a:lnTo>
                    <a:pt x="17803240" y="3615182"/>
                  </a:lnTo>
                  <a:lnTo>
                    <a:pt x="17803240" y="3622929"/>
                  </a:lnTo>
                  <a:lnTo>
                    <a:pt x="610997" y="3622929"/>
                  </a:lnTo>
                  <a:lnTo>
                    <a:pt x="610997" y="3615182"/>
                  </a:lnTo>
                  <a:lnTo>
                    <a:pt x="610997" y="3622929"/>
                  </a:lnTo>
                  <a:cubicBezTo>
                    <a:pt x="273558" y="3622929"/>
                    <a:pt x="0" y="3350260"/>
                    <a:pt x="0" y="3013964"/>
                  </a:cubicBezTo>
                  <a:lnTo>
                    <a:pt x="0" y="608965"/>
                  </a:lnTo>
                  <a:lnTo>
                    <a:pt x="7747" y="608965"/>
                  </a:lnTo>
                  <a:lnTo>
                    <a:pt x="0" y="608965"/>
                  </a:lnTo>
                  <a:moveTo>
                    <a:pt x="15367" y="608965"/>
                  </a:moveTo>
                  <a:lnTo>
                    <a:pt x="15367" y="3013964"/>
                  </a:lnTo>
                  <a:lnTo>
                    <a:pt x="7747" y="3013964"/>
                  </a:lnTo>
                  <a:lnTo>
                    <a:pt x="15494" y="3013964"/>
                  </a:lnTo>
                  <a:cubicBezTo>
                    <a:pt x="15494" y="3341751"/>
                    <a:pt x="282194" y="3607562"/>
                    <a:pt x="611124" y="3607562"/>
                  </a:cubicBezTo>
                  <a:lnTo>
                    <a:pt x="17803240" y="3607562"/>
                  </a:lnTo>
                  <a:cubicBezTo>
                    <a:pt x="18132171" y="3607562"/>
                    <a:pt x="18398871" y="3341751"/>
                    <a:pt x="18398871" y="3013964"/>
                  </a:cubicBezTo>
                  <a:lnTo>
                    <a:pt x="18398871" y="608965"/>
                  </a:lnTo>
                  <a:cubicBezTo>
                    <a:pt x="18398871" y="281178"/>
                    <a:pt x="18132171" y="15367"/>
                    <a:pt x="17803240" y="15367"/>
                  </a:cubicBezTo>
                  <a:lnTo>
                    <a:pt x="610997" y="15367"/>
                  </a:lnTo>
                  <a:lnTo>
                    <a:pt x="610997" y="7747"/>
                  </a:lnTo>
                  <a:lnTo>
                    <a:pt x="610997" y="15494"/>
                  </a:lnTo>
                  <a:cubicBezTo>
                    <a:pt x="282067" y="15494"/>
                    <a:pt x="15367" y="281305"/>
                    <a:pt x="15367" y="60909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8414295" cy="370865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incluye integración con sistemas ERP u otras plataformas externas.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contempla un módulo financiero (costos, facturación, órdenes de trabajo avanzadas).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desarrollará una aplicación móvil nativa (sólo versión web).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desarrollo debe ajustarse a un presupuesto limitado, evitando soluciones con licencias costosas.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sz="245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acotado: 12 semanas para entregar una versión funcional.</a:t>
              </a:r>
            </a:p>
            <a:p>
              <a:pPr algn="l" marL="166679" indent="-83340" lvl="1">
                <a:lnSpc>
                  <a:spcPts val="1757"/>
                </a:lnSpc>
              </a:pPr>
            </a:p>
            <a:p>
              <a:pPr algn="l" marL="166679" indent="-83340" lvl="1">
                <a:lnSpc>
                  <a:spcPts val="1757"/>
                </a:lnSpc>
              </a:pPr>
            </a:p>
            <a:p>
              <a:pPr algn="l" marL="166679" indent="-83340" lvl="1">
                <a:lnSpc>
                  <a:spcPts val="1757"/>
                </a:lnSpc>
              </a:pPr>
            </a:p>
            <a:p>
              <a:pPr algn="l" marL="166679" indent="-83340" lvl="1">
                <a:lnSpc>
                  <a:spcPts val="1757"/>
                </a:lnSpc>
              </a:pPr>
            </a:p>
            <a:p>
              <a:pPr algn="l" marL="166679" indent="-83340" lvl="1">
                <a:lnSpc>
                  <a:spcPts val="175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0" y="927409"/>
            <a:ext cx="4499403" cy="57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1019580"/>
            <a:ext cx="4482759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Metodología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58568" y="2660828"/>
            <a:ext cx="12770865" cy="5796108"/>
            <a:chOff x="0" y="0"/>
            <a:chExt cx="17027820" cy="7728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747" y="7747"/>
              <a:ext cx="17012413" cy="7712710"/>
            </a:xfrm>
            <a:custGeom>
              <a:avLst/>
              <a:gdLst/>
              <a:ahLst/>
              <a:cxnLst/>
              <a:rect r="r" b="b" t="t" l="l"/>
              <a:pathLst>
                <a:path h="7712710" w="17012413">
                  <a:moveTo>
                    <a:pt x="0" y="1285494"/>
                  </a:moveTo>
                  <a:cubicBezTo>
                    <a:pt x="0" y="575437"/>
                    <a:pt x="576072" y="0"/>
                    <a:pt x="1286891" y="0"/>
                  </a:cubicBezTo>
                  <a:lnTo>
                    <a:pt x="15725522" y="0"/>
                  </a:lnTo>
                  <a:cubicBezTo>
                    <a:pt x="16436214" y="0"/>
                    <a:pt x="17012413" y="575564"/>
                    <a:pt x="17012413" y="1285494"/>
                  </a:cubicBezTo>
                  <a:lnTo>
                    <a:pt x="17012413" y="6427216"/>
                  </a:lnTo>
                  <a:cubicBezTo>
                    <a:pt x="17012413" y="7137146"/>
                    <a:pt x="16436214" y="7712710"/>
                    <a:pt x="15725522" y="7712710"/>
                  </a:cubicBezTo>
                  <a:lnTo>
                    <a:pt x="1286891" y="7712710"/>
                  </a:lnTo>
                  <a:cubicBezTo>
                    <a:pt x="576072" y="7712710"/>
                    <a:pt x="0" y="7137146"/>
                    <a:pt x="0" y="642721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27906" cy="7728204"/>
            </a:xfrm>
            <a:custGeom>
              <a:avLst/>
              <a:gdLst/>
              <a:ahLst/>
              <a:cxnLst/>
              <a:rect r="r" b="b" t="t" l="l"/>
              <a:pathLst>
                <a:path h="7728204" w="17027906">
                  <a:moveTo>
                    <a:pt x="0" y="1293241"/>
                  </a:moveTo>
                  <a:cubicBezTo>
                    <a:pt x="0" y="578993"/>
                    <a:pt x="579628" y="0"/>
                    <a:pt x="1294638" y="0"/>
                  </a:cubicBezTo>
                  <a:lnTo>
                    <a:pt x="15733269" y="0"/>
                  </a:lnTo>
                  <a:lnTo>
                    <a:pt x="15733269" y="7747"/>
                  </a:lnTo>
                  <a:lnTo>
                    <a:pt x="15733269" y="0"/>
                  </a:lnTo>
                  <a:cubicBezTo>
                    <a:pt x="16448278" y="0"/>
                    <a:pt x="17027906" y="578993"/>
                    <a:pt x="17027906" y="1293241"/>
                  </a:cubicBezTo>
                  <a:lnTo>
                    <a:pt x="17020160" y="1293241"/>
                  </a:lnTo>
                  <a:lnTo>
                    <a:pt x="17027906" y="1293241"/>
                  </a:lnTo>
                  <a:lnTo>
                    <a:pt x="17027906" y="6434963"/>
                  </a:lnTo>
                  <a:lnTo>
                    <a:pt x="17020160" y="6434963"/>
                  </a:lnTo>
                  <a:lnTo>
                    <a:pt x="17027906" y="6434963"/>
                  </a:lnTo>
                  <a:cubicBezTo>
                    <a:pt x="17027906" y="7149211"/>
                    <a:pt x="16448278" y="7728204"/>
                    <a:pt x="15733269" y="7728204"/>
                  </a:cubicBezTo>
                  <a:lnTo>
                    <a:pt x="15733269" y="7720457"/>
                  </a:lnTo>
                  <a:lnTo>
                    <a:pt x="15733269" y="7728204"/>
                  </a:lnTo>
                  <a:lnTo>
                    <a:pt x="1294638" y="7728204"/>
                  </a:lnTo>
                  <a:lnTo>
                    <a:pt x="1294638" y="7720457"/>
                  </a:lnTo>
                  <a:lnTo>
                    <a:pt x="1294638" y="7728204"/>
                  </a:lnTo>
                  <a:cubicBezTo>
                    <a:pt x="579628" y="7728204"/>
                    <a:pt x="0" y="7149211"/>
                    <a:pt x="0" y="6434963"/>
                  </a:cubicBezTo>
                  <a:lnTo>
                    <a:pt x="0" y="1293241"/>
                  </a:lnTo>
                  <a:lnTo>
                    <a:pt x="7747" y="1293241"/>
                  </a:lnTo>
                  <a:lnTo>
                    <a:pt x="0" y="1293241"/>
                  </a:lnTo>
                  <a:moveTo>
                    <a:pt x="15367" y="1293241"/>
                  </a:moveTo>
                  <a:lnTo>
                    <a:pt x="15367" y="6434963"/>
                  </a:lnTo>
                  <a:lnTo>
                    <a:pt x="7747" y="6434963"/>
                  </a:lnTo>
                  <a:lnTo>
                    <a:pt x="15494" y="6434963"/>
                  </a:lnTo>
                  <a:cubicBezTo>
                    <a:pt x="15494" y="7140702"/>
                    <a:pt x="588137" y="7712710"/>
                    <a:pt x="1294638" y="7712710"/>
                  </a:cubicBezTo>
                  <a:lnTo>
                    <a:pt x="15733269" y="7712710"/>
                  </a:lnTo>
                  <a:cubicBezTo>
                    <a:pt x="16439769" y="7712710"/>
                    <a:pt x="17012413" y="7140575"/>
                    <a:pt x="17012413" y="6434963"/>
                  </a:cubicBezTo>
                  <a:lnTo>
                    <a:pt x="17012413" y="1293241"/>
                  </a:lnTo>
                  <a:cubicBezTo>
                    <a:pt x="17012413" y="587502"/>
                    <a:pt x="16439769" y="15494"/>
                    <a:pt x="15733269" y="15494"/>
                  </a:cubicBezTo>
                  <a:lnTo>
                    <a:pt x="1294638" y="15494"/>
                  </a:lnTo>
                  <a:lnTo>
                    <a:pt x="1294638" y="7747"/>
                  </a:lnTo>
                  <a:lnTo>
                    <a:pt x="1294638" y="15494"/>
                  </a:lnTo>
                  <a:cubicBezTo>
                    <a:pt x="588137" y="15367"/>
                    <a:pt x="15367" y="587502"/>
                    <a:pt x="15367" y="1293241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27820" cy="7775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b="true" sz="245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Metodología elegida:</a:t>
              </a: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Scrum.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b="true" sz="245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Justificación:</a:t>
              </a: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Facilita comunicación constante, adaptación y mejoras continuas.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b="true" sz="245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Artefactos : </a:t>
              </a: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 Backlog, Épicas e Historias de Usuario, Sprint Planning, Mockups, Daily meetings, User story planning, Impact mapping, Reviews y Retrospectivas.</a:t>
              </a:r>
            </a:p>
            <a:p>
              <a:pPr algn="l" marL="321453" indent="-160727" lvl="1">
                <a:lnSpc>
                  <a:spcPts val="3388"/>
                </a:lnSpc>
                <a:buFont typeface="Arial"/>
                <a:buChar char="•"/>
              </a:pPr>
              <a:r>
                <a:rPr lang="en-US" b="true" sz="245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Roles:</a:t>
              </a:r>
            </a:p>
            <a:p>
              <a:pPr algn="l" marL="737287" indent="-245762" lvl="2">
                <a:lnSpc>
                  <a:spcPts val="4420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Gonzalo Saavedra (Product Owner)</a:t>
              </a:r>
            </a:p>
            <a:p>
              <a:pPr algn="l" marL="737287" indent="-245762" lvl="2">
                <a:lnSpc>
                  <a:spcPts val="4420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Matías Nuñez (Scrum Master)</a:t>
              </a:r>
            </a:p>
            <a:p>
              <a:pPr algn="l" marL="737287" indent="-245762" lvl="2">
                <a:lnSpc>
                  <a:spcPts val="4420"/>
                </a:lnSpc>
                <a:buFont typeface="Arial"/>
                <a:buChar char="⚬"/>
              </a:pPr>
              <a:r>
                <a:rPr lang="en-US" sz="2455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Rodrigo Riquelme (Equipo desarrollo).</a:t>
              </a:r>
            </a:p>
            <a:p>
              <a:pPr algn="ctr" marL="382297" indent="-127432" lvl="2">
                <a:lnSpc>
                  <a:spcPts val="1527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1019580"/>
            <a:ext cx="4482759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Cronograma 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14625" y="2725126"/>
            <a:ext cx="9961552" cy="5464721"/>
            <a:chOff x="0" y="0"/>
            <a:chExt cx="5908040" cy="324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6"/>
              <a:stretch>
                <a:fillRect l="-7473" t="0" r="-318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14625" y="2725126"/>
            <a:ext cx="9961552" cy="5464721"/>
            <a:chOff x="0" y="0"/>
            <a:chExt cx="5908040" cy="3241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7"/>
              <a:stretch>
                <a:fillRect l="-582" t="0" r="-582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914625" y="2725126"/>
            <a:ext cx="9961552" cy="5464721"/>
            <a:chOff x="0" y="0"/>
            <a:chExt cx="5908040" cy="3241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8"/>
              <a:stretch>
                <a:fillRect l="-2585" t="0" r="-217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914625" y="2725126"/>
            <a:ext cx="9961552" cy="5464721"/>
            <a:chOff x="0" y="0"/>
            <a:chExt cx="5908040" cy="324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9"/>
              <a:stretch>
                <a:fillRect l="-7916" t="0" r="-2151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914625" y="2702837"/>
            <a:ext cx="9961552" cy="5464721"/>
            <a:chOff x="0" y="0"/>
            <a:chExt cx="5908040" cy="3241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10"/>
              <a:stretch>
                <a:fillRect l="0" t="-1725" r="0" b="-1725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914625" y="2702837"/>
            <a:ext cx="9961552" cy="5464721"/>
            <a:chOff x="0" y="0"/>
            <a:chExt cx="5908040" cy="3241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11"/>
              <a:stretch>
                <a:fillRect l="0" t="-2694" r="0" b="-2694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1323701" y="668539"/>
            <a:ext cx="6195365" cy="8497912"/>
          </a:xfrm>
          <a:custGeom>
            <a:avLst/>
            <a:gdLst/>
            <a:ahLst/>
            <a:cxnLst/>
            <a:rect r="r" b="b" t="t" l="l"/>
            <a:pathLst>
              <a:path h="8497912" w="6195365">
                <a:moveTo>
                  <a:pt x="0" y="0"/>
                </a:moveTo>
                <a:lnTo>
                  <a:pt x="6195365" y="0"/>
                </a:lnTo>
                <a:lnTo>
                  <a:pt x="6195365" y="8497912"/>
                </a:lnTo>
                <a:lnTo>
                  <a:pt x="0" y="84979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08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291489" y="637923"/>
            <a:ext cx="6216839" cy="8589761"/>
          </a:xfrm>
          <a:custGeom>
            <a:avLst/>
            <a:gdLst/>
            <a:ahLst/>
            <a:cxnLst/>
            <a:rect r="r" b="b" t="t" l="l"/>
            <a:pathLst>
              <a:path h="8589761" w="6216839">
                <a:moveTo>
                  <a:pt x="0" y="0"/>
                </a:moveTo>
                <a:lnTo>
                  <a:pt x="6216840" y="0"/>
                </a:lnTo>
                <a:lnTo>
                  <a:pt x="6216840" y="8589761"/>
                </a:lnTo>
                <a:lnTo>
                  <a:pt x="0" y="85897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291489" y="668539"/>
            <a:ext cx="6227576" cy="8497912"/>
          </a:xfrm>
          <a:custGeom>
            <a:avLst/>
            <a:gdLst/>
            <a:ahLst/>
            <a:cxnLst/>
            <a:rect r="r" b="b" t="t" l="l"/>
            <a:pathLst>
              <a:path h="8497912" w="6227576">
                <a:moveTo>
                  <a:pt x="0" y="0"/>
                </a:moveTo>
                <a:lnTo>
                  <a:pt x="6227577" y="0"/>
                </a:lnTo>
                <a:lnTo>
                  <a:pt x="6227577" y="8497912"/>
                </a:lnTo>
                <a:lnTo>
                  <a:pt x="0" y="84979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-108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1291489" y="668539"/>
            <a:ext cx="6227576" cy="8589761"/>
          </a:xfrm>
          <a:custGeom>
            <a:avLst/>
            <a:gdLst/>
            <a:ahLst/>
            <a:cxnLst/>
            <a:rect r="r" b="b" t="t" l="l"/>
            <a:pathLst>
              <a:path h="8589761" w="6227576">
                <a:moveTo>
                  <a:pt x="0" y="0"/>
                </a:moveTo>
                <a:lnTo>
                  <a:pt x="6227577" y="0"/>
                </a:lnTo>
                <a:lnTo>
                  <a:pt x="6227577" y="8589761"/>
                </a:lnTo>
                <a:lnTo>
                  <a:pt x="0" y="85897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1304623" y="653231"/>
            <a:ext cx="6227576" cy="8574452"/>
          </a:xfrm>
          <a:custGeom>
            <a:avLst/>
            <a:gdLst/>
            <a:ahLst/>
            <a:cxnLst/>
            <a:rect r="r" b="b" t="t" l="l"/>
            <a:pathLst>
              <a:path h="8574452" w="6227576">
                <a:moveTo>
                  <a:pt x="0" y="0"/>
                </a:moveTo>
                <a:lnTo>
                  <a:pt x="6227576" y="0"/>
                </a:lnTo>
                <a:lnTo>
                  <a:pt x="6227576" y="8574453"/>
                </a:lnTo>
                <a:lnTo>
                  <a:pt x="0" y="85744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178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304623" y="622615"/>
            <a:ext cx="6249051" cy="8589761"/>
          </a:xfrm>
          <a:custGeom>
            <a:avLst/>
            <a:gdLst/>
            <a:ahLst/>
            <a:cxnLst/>
            <a:rect r="r" b="b" t="t" l="l"/>
            <a:pathLst>
              <a:path h="8589761" w="6249051">
                <a:moveTo>
                  <a:pt x="0" y="0"/>
                </a:moveTo>
                <a:lnTo>
                  <a:pt x="6249051" y="0"/>
                </a:lnTo>
                <a:lnTo>
                  <a:pt x="6249051" y="8589760"/>
                </a:lnTo>
                <a:lnTo>
                  <a:pt x="0" y="858976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664249" y="637235"/>
            <a:ext cx="8956750" cy="224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8"/>
              </a:lnSpc>
            </a:pPr>
            <a:r>
              <a:rPr lang="en-US" sz="65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del software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9164" y="3589805"/>
            <a:ext cx="17500490" cy="4141783"/>
          </a:xfrm>
          <a:custGeom>
            <a:avLst/>
            <a:gdLst/>
            <a:ahLst/>
            <a:cxnLst/>
            <a:rect r="r" b="b" t="t" l="l"/>
            <a:pathLst>
              <a:path h="4141783" w="17500490">
                <a:moveTo>
                  <a:pt x="0" y="0"/>
                </a:moveTo>
                <a:lnTo>
                  <a:pt x="17500490" y="0"/>
                </a:lnTo>
                <a:lnTo>
                  <a:pt x="17500490" y="4141783"/>
                </a:lnTo>
                <a:lnTo>
                  <a:pt x="0" y="4141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" y="728123"/>
            <a:ext cx="4441012" cy="103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Topología del proyecto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8339" y="9627476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4" y="0"/>
                </a:lnTo>
                <a:lnTo>
                  <a:pt x="3469504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039564" y="9423847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0"/>
            <a:ext cx="8345646" cy="10146682"/>
          </a:xfrm>
          <a:custGeom>
            <a:avLst/>
            <a:gdLst/>
            <a:ahLst/>
            <a:cxnLst/>
            <a:rect r="r" b="b" t="t" l="l"/>
            <a:pathLst>
              <a:path h="10146682" w="8345646">
                <a:moveTo>
                  <a:pt x="0" y="0"/>
                </a:moveTo>
                <a:lnTo>
                  <a:pt x="8345646" y="0"/>
                </a:lnTo>
                <a:lnTo>
                  <a:pt x="8345646" y="10146682"/>
                </a:lnTo>
                <a:lnTo>
                  <a:pt x="0" y="10146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8748" y="723849"/>
            <a:ext cx="4407450" cy="103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Modelo de </a:t>
            </a:r>
          </a:p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31871" y="2540065"/>
            <a:ext cx="5906099" cy="6160099"/>
            <a:chOff x="0" y="0"/>
            <a:chExt cx="7874799" cy="82134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231" y="7747"/>
              <a:ext cx="7862250" cy="8198104"/>
            </a:xfrm>
            <a:custGeom>
              <a:avLst/>
              <a:gdLst/>
              <a:ahLst/>
              <a:cxnLst/>
              <a:rect r="r" b="b" t="t" l="l"/>
              <a:pathLst>
                <a:path h="8198104" w="7862250">
                  <a:moveTo>
                    <a:pt x="104" y="893572"/>
                  </a:moveTo>
                  <a:cubicBezTo>
                    <a:pt x="104" y="400050"/>
                    <a:pt x="327338" y="0"/>
                    <a:pt x="731007" y="0"/>
                  </a:cubicBezTo>
                  <a:lnTo>
                    <a:pt x="7131243" y="0"/>
                  </a:lnTo>
                  <a:cubicBezTo>
                    <a:pt x="7534912" y="0"/>
                    <a:pt x="7862250" y="400050"/>
                    <a:pt x="7862250" y="893699"/>
                  </a:cubicBezTo>
                  <a:lnTo>
                    <a:pt x="7862250" y="7304405"/>
                  </a:lnTo>
                  <a:cubicBezTo>
                    <a:pt x="7862250" y="7797927"/>
                    <a:pt x="7535016" y="8198104"/>
                    <a:pt x="7131243" y="8198104"/>
                  </a:cubicBezTo>
                  <a:lnTo>
                    <a:pt x="731007" y="8198104"/>
                  </a:lnTo>
                  <a:cubicBezTo>
                    <a:pt x="327338" y="8198104"/>
                    <a:pt x="0" y="7798054"/>
                    <a:pt x="0" y="730440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4712" cy="8213472"/>
            </a:xfrm>
            <a:custGeom>
              <a:avLst/>
              <a:gdLst/>
              <a:ahLst/>
              <a:cxnLst/>
              <a:rect r="r" b="b" t="t" l="l"/>
              <a:pathLst>
                <a:path h="8213472" w="7874712">
                  <a:moveTo>
                    <a:pt x="0" y="901319"/>
                  </a:moveTo>
                  <a:cubicBezTo>
                    <a:pt x="0" y="403606"/>
                    <a:pt x="330142" y="0"/>
                    <a:pt x="737238" y="0"/>
                  </a:cubicBezTo>
                  <a:lnTo>
                    <a:pt x="7137474" y="0"/>
                  </a:lnTo>
                  <a:lnTo>
                    <a:pt x="7137474" y="7747"/>
                  </a:lnTo>
                  <a:lnTo>
                    <a:pt x="7137474" y="0"/>
                  </a:lnTo>
                  <a:cubicBezTo>
                    <a:pt x="7544674" y="0"/>
                    <a:pt x="7874712" y="403606"/>
                    <a:pt x="7874712" y="901319"/>
                  </a:cubicBezTo>
                  <a:lnTo>
                    <a:pt x="7868377" y="901319"/>
                  </a:lnTo>
                  <a:lnTo>
                    <a:pt x="7874712" y="901319"/>
                  </a:lnTo>
                  <a:lnTo>
                    <a:pt x="7874712" y="7312152"/>
                  </a:lnTo>
                  <a:lnTo>
                    <a:pt x="7868377" y="7312152"/>
                  </a:lnTo>
                  <a:lnTo>
                    <a:pt x="7874712" y="7312152"/>
                  </a:lnTo>
                  <a:cubicBezTo>
                    <a:pt x="7874712" y="7809992"/>
                    <a:pt x="7544570" y="8213472"/>
                    <a:pt x="7137474" y="8213472"/>
                  </a:cubicBezTo>
                  <a:lnTo>
                    <a:pt x="7137474" y="8205724"/>
                  </a:lnTo>
                  <a:lnTo>
                    <a:pt x="7137474" y="8213472"/>
                  </a:lnTo>
                  <a:lnTo>
                    <a:pt x="737238" y="8213472"/>
                  </a:lnTo>
                  <a:lnTo>
                    <a:pt x="737238" y="8205724"/>
                  </a:lnTo>
                  <a:lnTo>
                    <a:pt x="737238" y="8213472"/>
                  </a:lnTo>
                  <a:cubicBezTo>
                    <a:pt x="330142" y="8213471"/>
                    <a:pt x="0" y="7809865"/>
                    <a:pt x="0" y="7312152"/>
                  </a:cubicBezTo>
                  <a:lnTo>
                    <a:pt x="0" y="901319"/>
                  </a:lnTo>
                  <a:lnTo>
                    <a:pt x="6335" y="901319"/>
                  </a:lnTo>
                  <a:lnTo>
                    <a:pt x="0" y="901319"/>
                  </a:lnTo>
                  <a:moveTo>
                    <a:pt x="12566" y="901319"/>
                  </a:moveTo>
                  <a:lnTo>
                    <a:pt x="12566" y="7312152"/>
                  </a:lnTo>
                  <a:lnTo>
                    <a:pt x="6335" y="7312152"/>
                  </a:lnTo>
                  <a:lnTo>
                    <a:pt x="12670" y="7312152"/>
                  </a:lnTo>
                  <a:cubicBezTo>
                    <a:pt x="12670" y="7801483"/>
                    <a:pt x="337100" y="8198104"/>
                    <a:pt x="737342" y="8198104"/>
                  </a:cubicBezTo>
                  <a:lnTo>
                    <a:pt x="7137474" y="8198104"/>
                  </a:lnTo>
                  <a:cubicBezTo>
                    <a:pt x="7537715" y="8198104"/>
                    <a:pt x="7862146" y="7801483"/>
                    <a:pt x="7862146" y="7312152"/>
                  </a:cubicBezTo>
                  <a:lnTo>
                    <a:pt x="7862146" y="901319"/>
                  </a:lnTo>
                  <a:cubicBezTo>
                    <a:pt x="7862146" y="411988"/>
                    <a:pt x="7537715" y="15367"/>
                    <a:pt x="7137474" y="15367"/>
                  </a:cubicBezTo>
                  <a:lnTo>
                    <a:pt x="737238" y="15367"/>
                  </a:lnTo>
                  <a:lnTo>
                    <a:pt x="737238" y="7747"/>
                  </a:lnTo>
                  <a:lnTo>
                    <a:pt x="737238" y="15494"/>
                  </a:lnTo>
                  <a:cubicBezTo>
                    <a:pt x="336997" y="15367"/>
                    <a:pt x="12566" y="412115"/>
                    <a:pt x="12566" y="90131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874799" cy="82706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</a:t>
              </a:r>
            </a:p>
            <a:p>
              <a:pPr algn="ctr">
                <a:lnSpc>
                  <a:spcPts val="1527"/>
                </a:lnSpc>
              </a:pPr>
            </a:p>
            <a:p>
              <a:pPr algn="l" marL="785856" indent="-26195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modelo organ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iza usuarios, vehículos y talle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res.</a:t>
              </a:r>
            </a:p>
            <a:p>
              <a:pPr algn="l" marL="785856" indent="-26195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 el ingreso de cada vehículo, sus pausas, notificaciones y documentos; y controla las órdenes de trabajo, tareas, incidentes y repuestos utilizados.</a:t>
              </a:r>
            </a:p>
            <a:p>
              <a:pPr algn="l" marL="786125" indent="-262042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Per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tener trazabilidad completa del proceso desde que el vehículo llega hasta que sale del taller.</a:t>
              </a:r>
            </a:p>
            <a:p>
              <a:pPr algn="ctr" marL="379509" indent="-126503" lvl="2">
                <a:lnSpc>
                  <a:spcPts val="1527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" y="728123"/>
            <a:ext cx="4441012" cy="103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Tecnologías del proyecto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1304" y="2046945"/>
            <a:ext cx="5355005" cy="7179274"/>
            <a:chOff x="0" y="0"/>
            <a:chExt cx="7140007" cy="95723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650" y="9029"/>
              <a:ext cx="7128629" cy="9554463"/>
            </a:xfrm>
            <a:custGeom>
              <a:avLst/>
              <a:gdLst/>
              <a:ahLst/>
              <a:cxnLst/>
              <a:rect r="r" b="b" t="t" l="l"/>
              <a:pathLst>
                <a:path h="9554463" w="7128629">
                  <a:moveTo>
                    <a:pt x="94" y="1041411"/>
                  </a:moveTo>
                  <a:cubicBezTo>
                    <a:pt x="94" y="466237"/>
                    <a:pt x="296794" y="0"/>
                    <a:pt x="662797" y="0"/>
                  </a:cubicBezTo>
                  <a:lnTo>
                    <a:pt x="6465831" y="0"/>
                  </a:lnTo>
                  <a:cubicBezTo>
                    <a:pt x="6831833" y="0"/>
                    <a:pt x="7128628" y="466237"/>
                    <a:pt x="7128628" y="1041559"/>
                  </a:cubicBezTo>
                  <a:lnTo>
                    <a:pt x="7128628" y="8512903"/>
                  </a:lnTo>
                  <a:cubicBezTo>
                    <a:pt x="7128628" y="9088077"/>
                    <a:pt x="6831928" y="9554462"/>
                    <a:pt x="6465831" y="9554462"/>
                  </a:cubicBezTo>
                  <a:lnTo>
                    <a:pt x="662797" y="9554462"/>
                  </a:lnTo>
                  <a:cubicBezTo>
                    <a:pt x="296794" y="9554462"/>
                    <a:pt x="0" y="9088225"/>
                    <a:pt x="0" y="851290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9928" cy="9572372"/>
            </a:xfrm>
            <a:custGeom>
              <a:avLst/>
              <a:gdLst/>
              <a:ahLst/>
              <a:cxnLst/>
              <a:rect r="r" b="b" t="t" l="l"/>
              <a:pathLst>
                <a:path h="9572372" w="7139928">
                  <a:moveTo>
                    <a:pt x="0" y="1050440"/>
                  </a:moveTo>
                  <a:cubicBezTo>
                    <a:pt x="0" y="470382"/>
                    <a:pt x="299337" y="0"/>
                    <a:pt x="668447" y="0"/>
                  </a:cubicBezTo>
                  <a:lnTo>
                    <a:pt x="6471481" y="0"/>
                  </a:lnTo>
                  <a:lnTo>
                    <a:pt x="6471481" y="9029"/>
                  </a:lnTo>
                  <a:lnTo>
                    <a:pt x="6471481" y="0"/>
                  </a:lnTo>
                  <a:cubicBezTo>
                    <a:pt x="6840686" y="0"/>
                    <a:pt x="7139928" y="470382"/>
                    <a:pt x="7139928" y="1050440"/>
                  </a:cubicBezTo>
                  <a:lnTo>
                    <a:pt x="7134184" y="1050440"/>
                  </a:lnTo>
                  <a:lnTo>
                    <a:pt x="7139928" y="1050440"/>
                  </a:lnTo>
                  <a:lnTo>
                    <a:pt x="7139928" y="8521932"/>
                  </a:lnTo>
                  <a:lnTo>
                    <a:pt x="7134184" y="8521932"/>
                  </a:lnTo>
                  <a:lnTo>
                    <a:pt x="7139928" y="8521932"/>
                  </a:lnTo>
                  <a:cubicBezTo>
                    <a:pt x="7139928" y="9102139"/>
                    <a:pt x="6840591" y="9572372"/>
                    <a:pt x="6471481" y="9572372"/>
                  </a:cubicBezTo>
                  <a:lnTo>
                    <a:pt x="6471481" y="9563343"/>
                  </a:lnTo>
                  <a:lnTo>
                    <a:pt x="6471481" y="9572372"/>
                  </a:lnTo>
                  <a:lnTo>
                    <a:pt x="668447" y="9572372"/>
                  </a:lnTo>
                  <a:lnTo>
                    <a:pt x="668447" y="9563343"/>
                  </a:lnTo>
                  <a:lnTo>
                    <a:pt x="668447" y="9572372"/>
                  </a:lnTo>
                  <a:cubicBezTo>
                    <a:pt x="299337" y="9572371"/>
                    <a:pt x="0" y="9101991"/>
                    <a:pt x="0" y="8521932"/>
                  </a:cubicBezTo>
                  <a:lnTo>
                    <a:pt x="0" y="1050440"/>
                  </a:lnTo>
                  <a:lnTo>
                    <a:pt x="5744" y="1050440"/>
                  </a:lnTo>
                  <a:lnTo>
                    <a:pt x="0" y="1050440"/>
                  </a:lnTo>
                  <a:moveTo>
                    <a:pt x="11393" y="1050440"/>
                  </a:moveTo>
                  <a:lnTo>
                    <a:pt x="11393" y="8521932"/>
                  </a:lnTo>
                  <a:lnTo>
                    <a:pt x="5744" y="8521932"/>
                  </a:lnTo>
                  <a:lnTo>
                    <a:pt x="11488" y="8521932"/>
                  </a:lnTo>
                  <a:cubicBezTo>
                    <a:pt x="11488" y="9092223"/>
                    <a:pt x="305646" y="9554463"/>
                    <a:pt x="668541" y="9554463"/>
                  </a:cubicBezTo>
                  <a:lnTo>
                    <a:pt x="6471481" y="9554463"/>
                  </a:lnTo>
                  <a:cubicBezTo>
                    <a:pt x="6834376" y="9554463"/>
                    <a:pt x="7128535" y="9092223"/>
                    <a:pt x="7128535" y="8521932"/>
                  </a:cubicBezTo>
                  <a:lnTo>
                    <a:pt x="7128535" y="1050440"/>
                  </a:lnTo>
                  <a:cubicBezTo>
                    <a:pt x="7128535" y="480151"/>
                    <a:pt x="6834376" y="17909"/>
                    <a:pt x="6471481" y="17909"/>
                  </a:cubicBezTo>
                  <a:lnTo>
                    <a:pt x="668447" y="17909"/>
                  </a:lnTo>
                  <a:lnTo>
                    <a:pt x="668447" y="9029"/>
                  </a:lnTo>
                  <a:lnTo>
                    <a:pt x="668447" y="18057"/>
                  </a:lnTo>
                  <a:cubicBezTo>
                    <a:pt x="305552" y="17909"/>
                    <a:pt x="11393" y="480299"/>
                    <a:pt x="11393" y="1050440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140007" cy="96295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Lenguajes principales</a:t>
              </a:r>
            </a:p>
            <a:p>
              <a:pPr algn="l" marL="370292" indent="-185146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ackend:</a:t>
              </a:r>
            </a:p>
            <a:p>
              <a:pPr algn="l" marL="1138922" indent="-379641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3.13.5: Lenguaje principal del servidor, todas las rutas, lógica de negocio, consultas SQL, autenticación, etc.</a:t>
              </a:r>
            </a:p>
            <a:p>
              <a:pPr algn="l" marL="370150" indent="-185075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</a:t>
              </a:r>
            </a:p>
            <a:p>
              <a:pPr algn="l" marL="1138922" indent="-379641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</a:t>
              </a:r>
            </a:p>
            <a:p>
              <a:pPr algn="l" marL="1138921" indent="-379640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CSS3 (con estilos 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ersonalizados y diseño Pepsi)</a:t>
              </a:r>
            </a:p>
            <a:p>
              <a:pPr algn="l" marL="1138922" indent="-379641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 (solo vanilla JS, sin frameworks externos)</a:t>
              </a:r>
            </a:p>
            <a:p>
              <a:pPr algn="l" marL="370150" indent="-185075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</a:t>
              </a:r>
            </a:p>
            <a:p>
              <a:pPr algn="l" marL="1138921" indent="-379640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3 </a:t>
              </a:r>
            </a:p>
            <a:p>
              <a:pPr algn="ctr" marL="379509" indent="-126503" lvl="2">
                <a:lnSpc>
                  <a:spcPts val="152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79520" y="2046945"/>
            <a:ext cx="5059298" cy="7147193"/>
            <a:chOff x="0" y="0"/>
            <a:chExt cx="5814083" cy="82134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00" y="7747"/>
              <a:ext cx="5804818" cy="8198104"/>
            </a:xfrm>
            <a:custGeom>
              <a:avLst/>
              <a:gdLst/>
              <a:ahLst/>
              <a:cxnLst/>
              <a:rect r="r" b="b" t="t" l="l"/>
              <a:pathLst>
                <a:path h="8198104" w="5804818">
                  <a:moveTo>
                    <a:pt x="77" y="893572"/>
                  </a:moveTo>
                  <a:cubicBezTo>
                    <a:pt x="77" y="400050"/>
                    <a:pt x="241679" y="0"/>
                    <a:pt x="539714" y="0"/>
                  </a:cubicBezTo>
                  <a:lnTo>
                    <a:pt x="5265104" y="0"/>
                  </a:lnTo>
                  <a:cubicBezTo>
                    <a:pt x="5563139" y="0"/>
                    <a:pt x="5804818" y="400050"/>
                    <a:pt x="5804818" y="893699"/>
                  </a:cubicBezTo>
                  <a:lnTo>
                    <a:pt x="5804818" y="7304405"/>
                  </a:lnTo>
                  <a:cubicBezTo>
                    <a:pt x="5804818" y="7797927"/>
                    <a:pt x="5563216" y="8198104"/>
                    <a:pt x="5265104" y="8198104"/>
                  </a:cubicBezTo>
                  <a:lnTo>
                    <a:pt x="539714" y="8198104"/>
                  </a:lnTo>
                  <a:cubicBezTo>
                    <a:pt x="241679" y="8198104"/>
                    <a:pt x="0" y="7798054"/>
                    <a:pt x="0" y="730440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14018" cy="8213472"/>
            </a:xfrm>
            <a:custGeom>
              <a:avLst/>
              <a:gdLst/>
              <a:ahLst/>
              <a:cxnLst/>
              <a:rect r="r" b="b" t="t" l="l"/>
              <a:pathLst>
                <a:path h="8213472" w="5814018">
                  <a:moveTo>
                    <a:pt x="0" y="901319"/>
                  </a:moveTo>
                  <a:cubicBezTo>
                    <a:pt x="0" y="403606"/>
                    <a:pt x="243749" y="0"/>
                    <a:pt x="544314" y="0"/>
                  </a:cubicBezTo>
                  <a:lnTo>
                    <a:pt x="5269704" y="0"/>
                  </a:lnTo>
                  <a:lnTo>
                    <a:pt x="5269704" y="7747"/>
                  </a:lnTo>
                  <a:lnTo>
                    <a:pt x="5269704" y="0"/>
                  </a:lnTo>
                  <a:cubicBezTo>
                    <a:pt x="5570346" y="0"/>
                    <a:pt x="5814018" y="403606"/>
                    <a:pt x="5814018" y="901319"/>
                  </a:cubicBezTo>
                  <a:lnTo>
                    <a:pt x="5809342" y="901319"/>
                  </a:lnTo>
                  <a:lnTo>
                    <a:pt x="5814018" y="901319"/>
                  </a:lnTo>
                  <a:lnTo>
                    <a:pt x="5814018" y="7312152"/>
                  </a:lnTo>
                  <a:lnTo>
                    <a:pt x="5809342" y="7312152"/>
                  </a:lnTo>
                  <a:lnTo>
                    <a:pt x="5814018" y="7312152"/>
                  </a:lnTo>
                  <a:cubicBezTo>
                    <a:pt x="5814018" y="7809992"/>
                    <a:pt x="5570269" y="8213472"/>
                    <a:pt x="5269704" y="8213472"/>
                  </a:cubicBezTo>
                  <a:lnTo>
                    <a:pt x="5269704" y="8205724"/>
                  </a:lnTo>
                  <a:lnTo>
                    <a:pt x="5269704" y="8213472"/>
                  </a:lnTo>
                  <a:lnTo>
                    <a:pt x="544314" y="8213472"/>
                  </a:lnTo>
                  <a:lnTo>
                    <a:pt x="544314" y="8205724"/>
                  </a:lnTo>
                  <a:lnTo>
                    <a:pt x="544314" y="8213472"/>
                  </a:lnTo>
                  <a:cubicBezTo>
                    <a:pt x="243749" y="8213471"/>
                    <a:pt x="0" y="7809865"/>
                    <a:pt x="0" y="7312152"/>
                  </a:cubicBezTo>
                  <a:lnTo>
                    <a:pt x="0" y="901319"/>
                  </a:lnTo>
                  <a:lnTo>
                    <a:pt x="4677" y="901319"/>
                  </a:lnTo>
                  <a:lnTo>
                    <a:pt x="0" y="901319"/>
                  </a:lnTo>
                  <a:moveTo>
                    <a:pt x="9278" y="901319"/>
                  </a:moveTo>
                  <a:lnTo>
                    <a:pt x="9278" y="7312152"/>
                  </a:lnTo>
                  <a:lnTo>
                    <a:pt x="4677" y="7312152"/>
                  </a:lnTo>
                  <a:lnTo>
                    <a:pt x="9354" y="7312152"/>
                  </a:lnTo>
                  <a:cubicBezTo>
                    <a:pt x="9354" y="7801483"/>
                    <a:pt x="248886" y="8198104"/>
                    <a:pt x="544391" y="8198104"/>
                  </a:cubicBezTo>
                  <a:lnTo>
                    <a:pt x="5269704" y="8198104"/>
                  </a:lnTo>
                  <a:cubicBezTo>
                    <a:pt x="5565209" y="8198104"/>
                    <a:pt x="5804741" y="7801483"/>
                    <a:pt x="5804741" y="7312152"/>
                  </a:cubicBezTo>
                  <a:lnTo>
                    <a:pt x="5804741" y="901319"/>
                  </a:lnTo>
                  <a:cubicBezTo>
                    <a:pt x="5804741" y="411988"/>
                    <a:pt x="5565209" y="15367"/>
                    <a:pt x="5269704" y="15367"/>
                  </a:cubicBezTo>
                  <a:lnTo>
                    <a:pt x="544314" y="15367"/>
                  </a:lnTo>
                  <a:lnTo>
                    <a:pt x="544314" y="7747"/>
                  </a:lnTo>
                  <a:lnTo>
                    <a:pt x="544314" y="15494"/>
                  </a:lnTo>
                  <a:cubicBezTo>
                    <a:pt x="248810" y="15367"/>
                    <a:pt x="9278" y="412115"/>
                    <a:pt x="9278" y="90131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814083" cy="82706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Frameworks y tecnologías</a:t>
              </a:r>
            </a:p>
            <a:p>
              <a:pPr algn="l" marL="370150" indent="-185075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ackend Web</a:t>
              </a:r>
            </a:p>
            <a:p>
              <a:pPr algn="l" marL="1138921" indent="-379640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Flask:</a:t>
              </a:r>
            </a:p>
            <a:p>
              <a:pPr algn="l" marL="1708383" indent="-427096" lvl="3">
                <a:lnSpc>
                  <a:spcPts val="3639"/>
                </a:lnSpc>
                <a:buFont typeface="Arial"/>
                <a:buChar char="￭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Bluep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rints</a:t>
              </a:r>
            </a:p>
            <a:p>
              <a:pPr algn="l" marL="1708383" indent="-427096" lvl="3">
                <a:lnSpc>
                  <a:spcPts val="3639"/>
                </a:lnSpc>
                <a:buFont typeface="Arial"/>
                <a:buChar char="￭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Jinja2 templating</a:t>
              </a:r>
            </a:p>
            <a:p>
              <a:pPr algn="l" marL="1708383" indent="-427096" lvl="3">
                <a:lnSpc>
                  <a:spcPts val="3639"/>
                </a:lnSpc>
                <a:buFont typeface="Arial"/>
                <a:buChar char="￭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con sesi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</a:t>
              </a: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y autenticación</a:t>
              </a:r>
            </a:p>
            <a:p>
              <a:pPr algn="l" marL="370150" indent="-185075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</a:t>
              </a:r>
            </a:p>
            <a:p>
              <a:pPr algn="l" marL="1138922" indent="-379641" lvl="2">
                <a:lnSpc>
                  <a:spcPts val="3639"/>
                </a:lnSpc>
                <a:buFont typeface="Arial"/>
                <a:buChar char="⚬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Jinja2 Para variables, condicionales, for-loops dentro de los HTML.</a:t>
              </a:r>
            </a:p>
            <a:p>
              <a:pPr algn="ctr" marL="379509" indent="-126503" lvl="2">
                <a:lnSpc>
                  <a:spcPts val="152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94873" y="2079026"/>
            <a:ext cx="5427624" cy="7179274"/>
            <a:chOff x="0" y="0"/>
            <a:chExt cx="7236832" cy="95723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726" y="9029"/>
              <a:ext cx="7225300" cy="9554463"/>
            </a:xfrm>
            <a:custGeom>
              <a:avLst/>
              <a:gdLst/>
              <a:ahLst/>
              <a:cxnLst/>
              <a:rect r="r" b="b" t="t" l="l"/>
              <a:pathLst>
                <a:path h="9554463" w="7225300">
                  <a:moveTo>
                    <a:pt x="96" y="1041411"/>
                  </a:moveTo>
                  <a:cubicBezTo>
                    <a:pt x="96" y="466237"/>
                    <a:pt x="300820" y="0"/>
                    <a:pt x="671786" y="0"/>
                  </a:cubicBezTo>
                  <a:lnTo>
                    <a:pt x="6553515" y="0"/>
                  </a:lnTo>
                  <a:cubicBezTo>
                    <a:pt x="6924480" y="0"/>
                    <a:pt x="7225300" y="466237"/>
                    <a:pt x="7225300" y="1041559"/>
                  </a:cubicBezTo>
                  <a:lnTo>
                    <a:pt x="7225300" y="8512903"/>
                  </a:lnTo>
                  <a:cubicBezTo>
                    <a:pt x="7225300" y="9088077"/>
                    <a:pt x="6924577" y="9554462"/>
                    <a:pt x="6553515" y="9554462"/>
                  </a:cubicBezTo>
                  <a:lnTo>
                    <a:pt x="671786" y="9554462"/>
                  </a:lnTo>
                  <a:cubicBezTo>
                    <a:pt x="300820" y="9554462"/>
                    <a:pt x="0" y="9088225"/>
                    <a:pt x="0" y="851290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36752" cy="9572372"/>
            </a:xfrm>
            <a:custGeom>
              <a:avLst/>
              <a:gdLst/>
              <a:ahLst/>
              <a:cxnLst/>
              <a:rect r="r" b="b" t="t" l="l"/>
              <a:pathLst>
                <a:path h="9572372" w="7236752">
                  <a:moveTo>
                    <a:pt x="0" y="1050440"/>
                  </a:moveTo>
                  <a:cubicBezTo>
                    <a:pt x="0" y="470382"/>
                    <a:pt x="303396" y="0"/>
                    <a:pt x="677512" y="0"/>
                  </a:cubicBezTo>
                  <a:lnTo>
                    <a:pt x="6559241" y="0"/>
                  </a:lnTo>
                  <a:lnTo>
                    <a:pt x="6559241" y="9029"/>
                  </a:lnTo>
                  <a:lnTo>
                    <a:pt x="6559241" y="0"/>
                  </a:lnTo>
                  <a:cubicBezTo>
                    <a:pt x="6933452" y="0"/>
                    <a:pt x="7236752" y="470382"/>
                    <a:pt x="7236752" y="1050440"/>
                  </a:cubicBezTo>
                  <a:lnTo>
                    <a:pt x="7230931" y="1050440"/>
                  </a:lnTo>
                  <a:lnTo>
                    <a:pt x="7236752" y="1050440"/>
                  </a:lnTo>
                  <a:lnTo>
                    <a:pt x="7236752" y="8521932"/>
                  </a:lnTo>
                  <a:lnTo>
                    <a:pt x="7230931" y="8521932"/>
                  </a:lnTo>
                  <a:lnTo>
                    <a:pt x="7236752" y="8521932"/>
                  </a:lnTo>
                  <a:cubicBezTo>
                    <a:pt x="7236752" y="9102139"/>
                    <a:pt x="6933357" y="9572372"/>
                    <a:pt x="6559241" y="9572372"/>
                  </a:cubicBezTo>
                  <a:lnTo>
                    <a:pt x="6559241" y="9563343"/>
                  </a:lnTo>
                  <a:lnTo>
                    <a:pt x="6559241" y="9572372"/>
                  </a:lnTo>
                  <a:lnTo>
                    <a:pt x="677512" y="9572372"/>
                  </a:lnTo>
                  <a:lnTo>
                    <a:pt x="677512" y="9563343"/>
                  </a:lnTo>
                  <a:lnTo>
                    <a:pt x="677512" y="9572372"/>
                  </a:lnTo>
                  <a:cubicBezTo>
                    <a:pt x="303396" y="9572371"/>
                    <a:pt x="0" y="9101991"/>
                    <a:pt x="0" y="8521932"/>
                  </a:cubicBezTo>
                  <a:lnTo>
                    <a:pt x="0" y="1050440"/>
                  </a:lnTo>
                  <a:lnTo>
                    <a:pt x="5822" y="1050440"/>
                  </a:lnTo>
                  <a:lnTo>
                    <a:pt x="0" y="1050440"/>
                  </a:lnTo>
                  <a:moveTo>
                    <a:pt x="11548" y="1050440"/>
                  </a:moveTo>
                  <a:lnTo>
                    <a:pt x="11548" y="8521932"/>
                  </a:lnTo>
                  <a:lnTo>
                    <a:pt x="5822" y="8521932"/>
                  </a:lnTo>
                  <a:lnTo>
                    <a:pt x="11643" y="8521932"/>
                  </a:lnTo>
                  <a:cubicBezTo>
                    <a:pt x="11643" y="9092223"/>
                    <a:pt x="309791" y="9554463"/>
                    <a:pt x="677607" y="9554463"/>
                  </a:cubicBezTo>
                  <a:lnTo>
                    <a:pt x="6559241" y="9554463"/>
                  </a:lnTo>
                  <a:cubicBezTo>
                    <a:pt x="6927057" y="9554463"/>
                    <a:pt x="7225205" y="9092223"/>
                    <a:pt x="7225205" y="8521932"/>
                  </a:cubicBezTo>
                  <a:lnTo>
                    <a:pt x="7225205" y="1050440"/>
                  </a:lnTo>
                  <a:cubicBezTo>
                    <a:pt x="7225205" y="480151"/>
                    <a:pt x="6927057" y="17909"/>
                    <a:pt x="6559241" y="17909"/>
                  </a:cubicBezTo>
                  <a:lnTo>
                    <a:pt x="677512" y="17909"/>
                  </a:lnTo>
                  <a:lnTo>
                    <a:pt x="677512" y="9029"/>
                  </a:lnTo>
                  <a:lnTo>
                    <a:pt x="677512" y="18057"/>
                  </a:lnTo>
                  <a:cubicBezTo>
                    <a:pt x="309695" y="17909"/>
                    <a:pt x="11548" y="480299"/>
                    <a:pt x="11548" y="1050440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236832" cy="962951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</a:t>
              </a:r>
            </a:p>
            <a:p>
              <a:pPr algn="l" marL="504693" indent="-252346" lvl="1">
                <a:lnSpc>
                  <a:spcPts val="3225"/>
                </a:lnSpc>
                <a:buFont typeface="Arial"/>
                <a:buChar char="•"/>
              </a:pPr>
              <a:r>
                <a:rPr lang="en-US" b="true" sz="23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 Principales: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Creación y modificación de usuarios.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vehículos.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visualizar rutas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Agendar fechas en calendario virtual(revisión técnica, etc.)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Agendar ingreso de vehículo a taller.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Subir documentación.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Visualizar Dashboard informativo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 PDF o Excel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Búsqueda de vehículos por patente.</a:t>
              </a:r>
            </a:p>
            <a:p>
              <a:pPr algn="l" marL="504693" indent="-252346" lvl="1">
                <a:lnSpc>
                  <a:spcPts val="3225"/>
                </a:lnSpc>
                <a:buFont typeface="Arial"/>
                <a:buChar char="•"/>
              </a:pPr>
              <a:r>
                <a:rPr lang="en-US" b="true" sz="23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Funciones adicionales:</a:t>
              </a:r>
            </a:p>
            <a:p>
              <a:pPr algn="l" marL="1009385" indent="-336462" lvl="2">
                <a:lnSpc>
                  <a:spcPts val="3225"/>
                </a:lnSpc>
                <a:buFont typeface="Arial"/>
                <a:buChar char="⚬"/>
              </a:pPr>
              <a:r>
                <a:rPr lang="en-US" sz="23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de usuarios.</a:t>
              </a:r>
            </a:p>
            <a:p>
              <a:pPr algn="l">
                <a:lnSpc>
                  <a:spcPts val="3225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5199" y="793909"/>
            <a:ext cx="3950416" cy="1007932"/>
            <a:chOff x="0" y="0"/>
            <a:chExt cx="5267221" cy="1343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7221" cy="1343909"/>
            </a:xfrm>
            <a:custGeom>
              <a:avLst/>
              <a:gdLst/>
              <a:ahLst/>
              <a:cxnLst/>
              <a:rect r="r" b="b" t="t" l="l"/>
              <a:pathLst>
                <a:path h="1343909" w="5267221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29"/>
                </a:lnSpc>
              </a:pPr>
              <a:r>
                <a:rPr lang="en-US" b="true" sz="3274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4309" y="2026806"/>
            <a:ext cx="7729691" cy="6774294"/>
            <a:chOff x="0" y="0"/>
            <a:chExt cx="11400149" cy="99910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021" y="9424"/>
              <a:ext cx="11381983" cy="9972394"/>
            </a:xfrm>
            <a:custGeom>
              <a:avLst/>
              <a:gdLst/>
              <a:ahLst/>
              <a:cxnLst/>
              <a:rect r="r" b="b" t="t" l="l"/>
              <a:pathLst>
                <a:path h="9972394" w="11381983">
                  <a:moveTo>
                    <a:pt x="150" y="1086965"/>
                  </a:moveTo>
                  <a:cubicBezTo>
                    <a:pt x="150" y="486631"/>
                    <a:pt x="473879" y="0"/>
                    <a:pt x="1058261" y="0"/>
                  </a:cubicBezTo>
                  <a:lnTo>
                    <a:pt x="10323721" y="0"/>
                  </a:lnTo>
                  <a:cubicBezTo>
                    <a:pt x="10908103" y="0"/>
                    <a:pt x="11381982" y="486631"/>
                    <a:pt x="11381982" y="1087119"/>
                  </a:cubicBezTo>
                  <a:lnTo>
                    <a:pt x="11381982" y="8885274"/>
                  </a:lnTo>
                  <a:cubicBezTo>
                    <a:pt x="11381982" y="9485607"/>
                    <a:pt x="10908253" y="9972394"/>
                    <a:pt x="10323721" y="9972394"/>
                  </a:cubicBezTo>
                  <a:lnTo>
                    <a:pt x="1058261" y="9972394"/>
                  </a:lnTo>
                  <a:cubicBezTo>
                    <a:pt x="473879" y="9972394"/>
                    <a:pt x="0" y="9485762"/>
                    <a:pt x="0" y="888527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00024" cy="9991086"/>
            </a:xfrm>
            <a:custGeom>
              <a:avLst/>
              <a:gdLst/>
              <a:ahLst/>
              <a:cxnLst/>
              <a:rect r="r" b="b" t="t" l="l"/>
              <a:pathLst>
                <a:path h="9991086" w="11400024">
                  <a:moveTo>
                    <a:pt x="0" y="1096389"/>
                  </a:moveTo>
                  <a:cubicBezTo>
                    <a:pt x="0" y="490957"/>
                    <a:pt x="477939" y="0"/>
                    <a:pt x="1067282" y="0"/>
                  </a:cubicBezTo>
                  <a:lnTo>
                    <a:pt x="10332742" y="0"/>
                  </a:lnTo>
                  <a:lnTo>
                    <a:pt x="10332742" y="9424"/>
                  </a:lnTo>
                  <a:lnTo>
                    <a:pt x="10332742" y="0"/>
                  </a:lnTo>
                  <a:cubicBezTo>
                    <a:pt x="10922236" y="0"/>
                    <a:pt x="11400024" y="490957"/>
                    <a:pt x="11400024" y="1096389"/>
                  </a:cubicBezTo>
                  <a:lnTo>
                    <a:pt x="11390853" y="1096389"/>
                  </a:lnTo>
                  <a:lnTo>
                    <a:pt x="11400024" y="1096389"/>
                  </a:lnTo>
                  <a:lnTo>
                    <a:pt x="11400024" y="8894698"/>
                  </a:lnTo>
                  <a:lnTo>
                    <a:pt x="11390853" y="8894698"/>
                  </a:lnTo>
                  <a:lnTo>
                    <a:pt x="11400024" y="8894698"/>
                  </a:lnTo>
                  <a:cubicBezTo>
                    <a:pt x="11400024" y="9500284"/>
                    <a:pt x="10922084" y="9991086"/>
                    <a:pt x="10332742" y="9991086"/>
                  </a:cubicBezTo>
                  <a:lnTo>
                    <a:pt x="10332742" y="9981663"/>
                  </a:lnTo>
                  <a:lnTo>
                    <a:pt x="10332742" y="9991086"/>
                  </a:lnTo>
                  <a:lnTo>
                    <a:pt x="1067282" y="9991086"/>
                  </a:lnTo>
                  <a:lnTo>
                    <a:pt x="1067282" y="9981663"/>
                  </a:lnTo>
                  <a:lnTo>
                    <a:pt x="1067282" y="9991086"/>
                  </a:lnTo>
                  <a:cubicBezTo>
                    <a:pt x="477939" y="9991086"/>
                    <a:pt x="0" y="9500130"/>
                    <a:pt x="0" y="8894698"/>
                  </a:cubicBezTo>
                  <a:lnTo>
                    <a:pt x="0" y="1096389"/>
                  </a:lnTo>
                  <a:lnTo>
                    <a:pt x="9171" y="1096389"/>
                  </a:lnTo>
                  <a:lnTo>
                    <a:pt x="0" y="1096389"/>
                  </a:lnTo>
                  <a:moveTo>
                    <a:pt x="18191" y="1096389"/>
                  </a:moveTo>
                  <a:lnTo>
                    <a:pt x="18191" y="8894698"/>
                  </a:lnTo>
                  <a:lnTo>
                    <a:pt x="9171" y="8894698"/>
                  </a:lnTo>
                  <a:lnTo>
                    <a:pt x="18342" y="8894698"/>
                  </a:lnTo>
                  <a:cubicBezTo>
                    <a:pt x="18342" y="9489934"/>
                    <a:pt x="488012" y="9972394"/>
                    <a:pt x="1067432" y="9972394"/>
                  </a:cubicBezTo>
                  <a:lnTo>
                    <a:pt x="10332742" y="9972394"/>
                  </a:lnTo>
                  <a:cubicBezTo>
                    <a:pt x="10912162" y="9972394"/>
                    <a:pt x="11381832" y="9489934"/>
                    <a:pt x="11381832" y="8894698"/>
                  </a:cubicBezTo>
                  <a:lnTo>
                    <a:pt x="11381832" y="1096389"/>
                  </a:lnTo>
                  <a:cubicBezTo>
                    <a:pt x="11381832" y="501153"/>
                    <a:pt x="10912162" y="18693"/>
                    <a:pt x="10332742" y="18693"/>
                  </a:cubicBezTo>
                  <a:lnTo>
                    <a:pt x="1067282" y="18693"/>
                  </a:lnTo>
                  <a:lnTo>
                    <a:pt x="1067282" y="9424"/>
                  </a:lnTo>
                  <a:lnTo>
                    <a:pt x="1067282" y="18847"/>
                  </a:lnTo>
                  <a:cubicBezTo>
                    <a:pt x="487862" y="18693"/>
                    <a:pt x="18191" y="501308"/>
                    <a:pt x="18191" y="109638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400149" cy="1004822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034"/>
                </a:lnSpc>
              </a:pPr>
              <a:r>
                <a:rPr lang="en-US" b="true" sz="25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Obtenidos</a:t>
              </a:r>
            </a:p>
            <a:p>
              <a:pPr algn="ctr">
                <a:lnSpc>
                  <a:spcPts val="1287"/>
                </a:lnSpc>
              </a:pPr>
            </a:p>
            <a:p>
              <a:pPr algn="l" marL="342214" indent="-171107" lvl="1">
                <a:lnSpc>
                  <a:spcPts val="3363"/>
                </a:lnSpc>
                <a:buFont typeface="Arial"/>
                <a:buChar char="•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sistema capaz de : 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</a:t>
              </a: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ralización completa de la operación en un portal único.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Reducción significativa de errores y pérdida de información.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Aceleración de procesos mecánicos, logísticos y administrativos.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 trazabilidad de vehículos, alertas y mantenciones.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Ahorro de tiempo y aumento del control operativo en toda la flota.</a:t>
              </a:r>
            </a:p>
            <a:p>
              <a:pPr algn="l" marL="726269" indent="-242090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 capacidad de respuesta ante incidencias y fallas técnicas.</a:t>
              </a:r>
            </a:p>
            <a:p>
              <a:pPr algn="l" marL="726516" indent="-242172" lvl="2">
                <a:lnSpc>
                  <a:spcPts val="3363"/>
                </a:lnSpc>
                <a:buFont typeface="Arial"/>
                <a:buChar char="⚬"/>
              </a:pPr>
              <a:r>
                <a:rPr lang="en-US" sz="24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Mejora la eficiencia en un 40/45% aprox.</a:t>
              </a:r>
            </a:p>
            <a:p>
              <a:pPr algn="ctr" marL="379509" indent="-126503" lvl="2">
                <a:lnSpc>
                  <a:spcPts val="152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31251" y="2026806"/>
            <a:ext cx="7011561" cy="3249373"/>
            <a:chOff x="0" y="0"/>
            <a:chExt cx="10160021" cy="47084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039" y="4441"/>
              <a:ext cx="10143831" cy="4699661"/>
            </a:xfrm>
            <a:custGeom>
              <a:avLst/>
              <a:gdLst/>
              <a:ahLst/>
              <a:cxnLst/>
              <a:rect r="r" b="b" t="t" l="l"/>
              <a:pathLst>
                <a:path h="4699661" w="10143831">
                  <a:moveTo>
                    <a:pt x="134" y="512251"/>
                  </a:moveTo>
                  <a:cubicBezTo>
                    <a:pt x="134" y="229334"/>
                    <a:pt x="422330" y="0"/>
                    <a:pt x="943142" y="0"/>
                  </a:cubicBezTo>
                  <a:lnTo>
                    <a:pt x="9200690" y="0"/>
                  </a:lnTo>
                  <a:cubicBezTo>
                    <a:pt x="9721500" y="0"/>
                    <a:pt x="10143831" y="229334"/>
                    <a:pt x="10143831" y="512324"/>
                  </a:cubicBezTo>
                  <a:lnTo>
                    <a:pt x="10143831" y="4187338"/>
                  </a:lnTo>
                  <a:cubicBezTo>
                    <a:pt x="10143831" y="4470255"/>
                    <a:pt x="9721635" y="4699661"/>
                    <a:pt x="9200690" y="4699661"/>
                  </a:cubicBezTo>
                  <a:lnTo>
                    <a:pt x="943142" y="4699661"/>
                  </a:lnTo>
                  <a:cubicBezTo>
                    <a:pt x="422330" y="4699661"/>
                    <a:pt x="0" y="4470328"/>
                    <a:pt x="0" y="418733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59909" cy="4708474"/>
            </a:xfrm>
            <a:custGeom>
              <a:avLst/>
              <a:gdLst/>
              <a:ahLst/>
              <a:cxnLst/>
              <a:rect r="r" b="b" t="t" l="l"/>
              <a:pathLst>
                <a:path h="4708474" w="10159909">
                  <a:moveTo>
                    <a:pt x="0" y="516692"/>
                  </a:moveTo>
                  <a:cubicBezTo>
                    <a:pt x="0" y="231372"/>
                    <a:pt x="425948" y="0"/>
                    <a:pt x="951181" y="0"/>
                  </a:cubicBezTo>
                  <a:lnTo>
                    <a:pt x="9208729" y="0"/>
                  </a:lnTo>
                  <a:lnTo>
                    <a:pt x="9208729" y="4441"/>
                  </a:lnTo>
                  <a:lnTo>
                    <a:pt x="9208729" y="0"/>
                  </a:lnTo>
                  <a:cubicBezTo>
                    <a:pt x="9734096" y="0"/>
                    <a:pt x="10159909" y="231372"/>
                    <a:pt x="10159909" y="516692"/>
                  </a:cubicBezTo>
                  <a:lnTo>
                    <a:pt x="10151736" y="516692"/>
                  </a:lnTo>
                  <a:lnTo>
                    <a:pt x="10159909" y="516692"/>
                  </a:lnTo>
                  <a:lnTo>
                    <a:pt x="10159909" y="4191779"/>
                  </a:lnTo>
                  <a:lnTo>
                    <a:pt x="10151736" y="4191779"/>
                  </a:lnTo>
                  <a:lnTo>
                    <a:pt x="10159909" y="4191779"/>
                  </a:lnTo>
                  <a:cubicBezTo>
                    <a:pt x="10159909" y="4477171"/>
                    <a:pt x="9733962" y="4708474"/>
                    <a:pt x="9208729" y="4708474"/>
                  </a:cubicBezTo>
                  <a:lnTo>
                    <a:pt x="9208729" y="4704030"/>
                  </a:lnTo>
                  <a:lnTo>
                    <a:pt x="9208729" y="4708474"/>
                  </a:lnTo>
                  <a:lnTo>
                    <a:pt x="951181" y="4708474"/>
                  </a:lnTo>
                  <a:lnTo>
                    <a:pt x="951181" y="4704030"/>
                  </a:lnTo>
                  <a:lnTo>
                    <a:pt x="951181" y="4708474"/>
                  </a:lnTo>
                  <a:cubicBezTo>
                    <a:pt x="425948" y="4708473"/>
                    <a:pt x="0" y="4477098"/>
                    <a:pt x="0" y="4191779"/>
                  </a:cubicBezTo>
                  <a:lnTo>
                    <a:pt x="0" y="516692"/>
                  </a:lnTo>
                  <a:lnTo>
                    <a:pt x="8173" y="516692"/>
                  </a:lnTo>
                  <a:lnTo>
                    <a:pt x="0" y="516692"/>
                  </a:lnTo>
                  <a:moveTo>
                    <a:pt x="16213" y="516692"/>
                  </a:moveTo>
                  <a:lnTo>
                    <a:pt x="16213" y="4191779"/>
                  </a:lnTo>
                  <a:lnTo>
                    <a:pt x="8173" y="4191779"/>
                  </a:lnTo>
                  <a:lnTo>
                    <a:pt x="16347" y="4191779"/>
                  </a:lnTo>
                  <a:cubicBezTo>
                    <a:pt x="16347" y="4472294"/>
                    <a:pt x="434925" y="4699661"/>
                    <a:pt x="951315" y="4699661"/>
                  </a:cubicBezTo>
                  <a:lnTo>
                    <a:pt x="9208729" y="4699661"/>
                  </a:lnTo>
                  <a:cubicBezTo>
                    <a:pt x="9725118" y="4699661"/>
                    <a:pt x="10143697" y="4472294"/>
                    <a:pt x="10143697" y="4191779"/>
                  </a:cubicBezTo>
                  <a:lnTo>
                    <a:pt x="10143697" y="516692"/>
                  </a:lnTo>
                  <a:cubicBezTo>
                    <a:pt x="10143697" y="236177"/>
                    <a:pt x="9725118" y="8809"/>
                    <a:pt x="9208729" y="8809"/>
                  </a:cubicBezTo>
                  <a:lnTo>
                    <a:pt x="951181" y="8809"/>
                  </a:lnTo>
                  <a:lnTo>
                    <a:pt x="951181" y="4441"/>
                  </a:lnTo>
                  <a:lnTo>
                    <a:pt x="951181" y="8882"/>
                  </a:lnTo>
                  <a:cubicBezTo>
                    <a:pt x="434791" y="8809"/>
                    <a:pt x="16213" y="236250"/>
                    <a:pt x="16213" y="51669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160021" cy="47656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Obstáculos presentados</a:t>
              </a:r>
            </a:p>
            <a:p>
              <a:pPr algn="ctr">
                <a:lnSpc>
                  <a:spcPts val="1527"/>
                </a:lnSpc>
              </a:pP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Atrasos.</a:t>
              </a: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Problemas de coordinación.</a:t>
              </a: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Dificultades con Base de datos.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31251" y="5413953"/>
            <a:ext cx="7011561" cy="3295298"/>
            <a:chOff x="0" y="0"/>
            <a:chExt cx="10160021" cy="47750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039" y="4504"/>
              <a:ext cx="10143831" cy="4766083"/>
            </a:xfrm>
            <a:custGeom>
              <a:avLst/>
              <a:gdLst/>
              <a:ahLst/>
              <a:cxnLst/>
              <a:rect r="r" b="b" t="t" l="l"/>
              <a:pathLst>
                <a:path h="4766083" w="10143831">
                  <a:moveTo>
                    <a:pt x="134" y="519490"/>
                  </a:moveTo>
                  <a:cubicBezTo>
                    <a:pt x="134" y="232575"/>
                    <a:pt x="422330" y="0"/>
                    <a:pt x="943142" y="0"/>
                  </a:cubicBezTo>
                  <a:lnTo>
                    <a:pt x="9200690" y="0"/>
                  </a:lnTo>
                  <a:cubicBezTo>
                    <a:pt x="9721500" y="0"/>
                    <a:pt x="10143831" y="232575"/>
                    <a:pt x="10143831" y="519564"/>
                  </a:cubicBezTo>
                  <a:lnTo>
                    <a:pt x="10143831" y="4246518"/>
                  </a:lnTo>
                  <a:cubicBezTo>
                    <a:pt x="10143831" y="4533435"/>
                    <a:pt x="9721635" y="4766083"/>
                    <a:pt x="9200690" y="4766083"/>
                  </a:cubicBezTo>
                  <a:lnTo>
                    <a:pt x="943142" y="4766083"/>
                  </a:lnTo>
                  <a:cubicBezTo>
                    <a:pt x="422330" y="4766083"/>
                    <a:pt x="0" y="4533508"/>
                    <a:pt x="0" y="424651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59909" cy="4775020"/>
            </a:xfrm>
            <a:custGeom>
              <a:avLst/>
              <a:gdLst/>
              <a:ahLst/>
              <a:cxnLst/>
              <a:rect r="r" b="b" t="t" l="l"/>
              <a:pathLst>
                <a:path h="4775020" w="10159909">
                  <a:moveTo>
                    <a:pt x="0" y="523994"/>
                  </a:moveTo>
                  <a:cubicBezTo>
                    <a:pt x="0" y="234642"/>
                    <a:pt x="425948" y="0"/>
                    <a:pt x="951181" y="0"/>
                  </a:cubicBezTo>
                  <a:lnTo>
                    <a:pt x="9208729" y="0"/>
                  </a:lnTo>
                  <a:lnTo>
                    <a:pt x="9208729" y="4504"/>
                  </a:lnTo>
                  <a:lnTo>
                    <a:pt x="9208729" y="0"/>
                  </a:lnTo>
                  <a:cubicBezTo>
                    <a:pt x="9734096" y="0"/>
                    <a:pt x="10159909" y="234642"/>
                    <a:pt x="10159909" y="523994"/>
                  </a:cubicBezTo>
                  <a:lnTo>
                    <a:pt x="10151736" y="523994"/>
                  </a:lnTo>
                  <a:lnTo>
                    <a:pt x="10159909" y="523994"/>
                  </a:lnTo>
                  <a:lnTo>
                    <a:pt x="10159909" y="4251022"/>
                  </a:lnTo>
                  <a:lnTo>
                    <a:pt x="10151736" y="4251022"/>
                  </a:lnTo>
                  <a:lnTo>
                    <a:pt x="10159909" y="4251022"/>
                  </a:lnTo>
                  <a:cubicBezTo>
                    <a:pt x="10159909" y="4540449"/>
                    <a:pt x="9733962" y="4775020"/>
                    <a:pt x="9208729" y="4775020"/>
                  </a:cubicBezTo>
                  <a:lnTo>
                    <a:pt x="9208729" y="4770513"/>
                  </a:lnTo>
                  <a:lnTo>
                    <a:pt x="9208729" y="4775020"/>
                  </a:lnTo>
                  <a:lnTo>
                    <a:pt x="951181" y="4775020"/>
                  </a:lnTo>
                  <a:lnTo>
                    <a:pt x="951181" y="4770513"/>
                  </a:lnTo>
                  <a:lnTo>
                    <a:pt x="951181" y="4775020"/>
                  </a:lnTo>
                  <a:cubicBezTo>
                    <a:pt x="425948" y="4775019"/>
                    <a:pt x="0" y="4540375"/>
                    <a:pt x="0" y="4251022"/>
                  </a:cubicBezTo>
                  <a:lnTo>
                    <a:pt x="0" y="523994"/>
                  </a:lnTo>
                  <a:lnTo>
                    <a:pt x="8173" y="523994"/>
                  </a:lnTo>
                  <a:lnTo>
                    <a:pt x="0" y="523994"/>
                  </a:lnTo>
                  <a:moveTo>
                    <a:pt x="16213" y="523994"/>
                  </a:moveTo>
                  <a:lnTo>
                    <a:pt x="16213" y="4251022"/>
                  </a:lnTo>
                  <a:lnTo>
                    <a:pt x="8173" y="4251022"/>
                  </a:lnTo>
                  <a:lnTo>
                    <a:pt x="16347" y="4251022"/>
                  </a:lnTo>
                  <a:cubicBezTo>
                    <a:pt x="16347" y="4535502"/>
                    <a:pt x="434925" y="4766083"/>
                    <a:pt x="951315" y="4766083"/>
                  </a:cubicBezTo>
                  <a:lnTo>
                    <a:pt x="9208729" y="4766083"/>
                  </a:lnTo>
                  <a:cubicBezTo>
                    <a:pt x="9725118" y="4766083"/>
                    <a:pt x="10143697" y="4535502"/>
                    <a:pt x="10143697" y="4251022"/>
                  </a:cubicBezTo>
                  <a:lnTo>
                    <a:pt x="10143697" y="523994"/>
                  </a:lnTo>
                  <a:cubicBezTo>
                    <a:pt x="10143697" y="239515"/>
                    <a:pt x="9725118" y="8934"/>
                    <a:pt x="9208729" y="8934"/>
                  </a:cubicBezTo>
                  <a:lnTo>
                    <a:pt x="951181" y="8934"/>
                  </a:lnTo>
                  <a:lnTo>
                    <a:pt x="951181" y="4504"/>
                  </a:lnTo>
                  <a:lnTo>
                    <a:pt x="951181" y="9008"/>
                  </a:lnTo>
                  <a:cubicBezTo>
                    <a:pt x="434791" y="8934"/>
                    <a:pt x="16213" y="239589"/>
                    <a:pt x="16213" y="523994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160021" cy="483216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728" u="sng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Enseñanzas</a:t>
              </a:r>
            </a:p>
            <a:p>
              <a:pPr algn="ctr">
                <a:lnSpc>
                  <a:spcPts val="1527"/>
                </a:lnSpc>
              </a:pP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del mundo laboral.</a:t>
              </a: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Aprender a apoyarse entre compañeros y miembros de equipo.</a:t>
              </a:r>
            </a:p>
            <a:p>
              <a:pPr algn="l" marL="569461" indent="-284731" lvl="1">
                <a:lnSpc>
                  <a:spcPts val="3639"/>
                </a:lnSpc>
                <a:buFont typeface="Arial"/>
                <a:buChar char="•"/>
              </a:pPr>
              <a:r>
                <a:rPr lang="en-US" sz="263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Explotar nuestras ventajas y debilidades en el equipo de trabajo.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753747"/>
            <a:ext cx="4499085" cy="1062636"/>
            <a:chOff x="0" y="0"/>
            <a:chExt cx="5998780" cy="1416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8718" cy="1416812"/>
            </a:xfrm>
            <a:custGeom>
              <a:avLst/>
              <a:gdLst/>
              <a:ahLst/>
              <a:cxnLst/>
              <a:rect r="r" b="b" t="t" l="l"/>
              <a:pathLst>
                <a:path h="1416812" w="5998718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46309" y="753747"/>
            <a:ext cx="138611" cy="1062636"/>
            <a:chOff x="0" y="0"/>
            <a:chExt cx="184815" cy="1416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04" cy="1416685"/>
            </a:xfrm>
            <a:custGeom>
              <a:avLst/>
              <a:gdLst/>
              <a:ahLst/>
              <a:cxnLst/>
              <a:rect r="r" b="b" t="t" l="l"/>
              <a:pathLst>
                <a:path h="1416685" w="184404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67278" y="9505010"/>
            <a:ext cx="3469503" cy="299221"/>
          </a:xfrm>
          <a:custGeom>
            <a:avLst/>
            <a:gdLst/>
            <a:ahLst/>
            <a:cxnLst/>
            <a:rect r="r" b="b" t="t" l="l"/>
            <a:pathLst>
              <a:path h="299221" w="3469503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418503" y="9301381"/>
            <a:ext cx="3411151" cy="634474"/>
            <a:chOff x="0" y="0"/>
            <a:chExt cx="4548201" cy="845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8251" cy="845947"/>
            </a:xfrm>
            <a:custGeom>
              <a:avLst/>
              <a:gdLst/>
              <a:ahLst/>
              <a:cxnLst/>
              <a:rect r="r" b="b" t="t" l="l"/>
              <a:pathLst>
                <a:path h="845947" w="4548251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3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98339" y="1033461"/>
            <a:ext cx="3950416" cy="53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2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77784" y="2800487"/>
            <a:ext cx="12732433" cy="5516791"/>
            <a:chOff x="0" y="0"/>
            <a:chExt cx="17615281" cy="76324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979" y="7747"/>
              <a:ext cx="17591467" cy="7616952"/>
            </a:xfrm>
            <a:custGeom>
              <a:avLst/>
              <a:gdLst/>
              <a:ahLst/>
              <a:cxnLst/>
              <a:rect r="r" b="b" t="t" l="l"/>
              <a:pathLst>
                <a:path h="7616952" w="17591467">
                  <a:moveTo>
                    <a:pt x="0" y="1269492"/>
                  </a:moveTo>
                  <a:cubicBezTo>
                    <a:pt x="0" y="568325"/>
                    <a:pt x="879377" y="0"/>
                    <a:pt x="1964361" y="0"/>
                  </a:cubicBezTo>
                  <a:lnTo>
                    <a:pt x="15627107" y="0"/>
                  </a:lnTo>
                  <a:cubicBezTo>
                    <a:pt x="16712090" y="0"/>
                    <a:pt x="17591467" y="568452"/>
                    <a:pt x="17591467" y="1269492"/>
                  </a:cubicBezTo>
                  <a:lnTo>
                    <a:pt x="17591467" y="6347460"/>
                  </a:lnTo>
                  <a:cubicBezTo>
                    <a:pt x="17591467" y="7048627"/>
                    <a:pt x="16711893" y="7616952"/>
                    <a:pt x="15627107" y="7616952"/>
                  </a:cubicBezTo>
                  <a:lnTo>
                    <a:pt x="1964361" y="7616952"/>
                  </a:lnTo>
                  <a:cubicBezTo>
                    <a:pt x="879377" y="7616952"/>
                    <a:pt x="0" y="7048627"/>
                    <a:pt x="0" y="63474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15374" cy="7632446"/>
            </a:xfrm>
            <a:custGeom>
              <a:avLst/>
              <a:gdLst/>
              <a:ahLst/>
              <a:cxnLst/>
              <a:rect r="r" b="b" t="t" l="l"/>
              <a:pathLst>
                <a:path h="7632446" w="17615374">
                  <a:moveTo>
                    <a:pt x="0" y="1277239"/>
                  </a:moveTo>
                  <a:cubicBezTo>
                    <a:pt x="0" y="571881"/>
                    <a:pt x="884876" y="0"/>
                    <a:pt x="1976340" y="0"/>
                  </a:cubicBezTo>
                  <a:lnTo>
                    <a:pt x="15639086" y="0"/>
                  </a:lnTo>
                  <a:lnTo>
                    <a:pt x="15639086" y="7747"/>
                  </a:lnTo>
                  <a:lnTo>
                    <a:pt x="15639086" y="0"/>
                  </a:lnTo>
                  <a:cubicBezTo>
                    <a:pt x="16730551" y="0"/>
                    <a:pt x="17615374" y="571881"/>
                    <a:pt x="17615374" y="1277239"/>
                  </a:cubicBezTo>
                  <a:lnTo>
                    <a:pt x="17603446" y="1277239"/>
                  </a:lnTo>
                  <a:lnTo>
                    <a:pt x="17615374" y="1277239"/>
                  </a:lnTo>
                  <a:lnTo>
                    <a:pt x="17615374" y="6355207"/>
                  </a:lnTo>
                  <a:lnTo>
                    <a:pt x="17603446" y="6355207"/>
                  </a:lnTo>
                  <a:lnTo>
                    <a:pt x="17615374" y="6355207"/>
                  </a:lnTo>
                  <a:cubicBezTo>
                    <a:pt x="17615374" y="7060565"/>
                    <a:pt x="16730551" y="7632446"/>
                    <a:pt x="15639086" y="7632446"/>
                  </a:cubicBezTo>
                  <a:lnTo>
                    <a:pt x="15639086" y="7624699"/>
                  </a:lnTo>
                  <a:lnTo>
                    <a:pt x="15639086" y="7632446"/>
                  </a:lnTo>
                  <a:lnTo>
                    <a:pt x="1976340" y="7632446"/>
                  </a:lnTo>
                  <a:lnTo>
                    <a:pt x="1976340" y="7624699"/>
                  </a:lnTo>
                  <a:lnTo>
                    <a:pt x="1976340" y="7632446"/>
                  </a:lnTo>
                  <a:cubicBezTo>
                    <a:pt x="884876" y="7632446"/>
                    <a:pt x="0" y="7060692"/>
                    <a:pt x="0" y="6355207"/>
                  </a:cubicBezTo>
                  <a:lnTo>
                    <a:pt x="0" y="1277239"/>
                  </a:lnTo>
                  <a:lnTo>
                    <a:pt x="11979" y="1277239"/>
                  </a:lnTo>
                  <a:lnTo>
                    <a:pt x="0" y="1277239"/>
                  </a:lnTo>
                  <a:moveTo>
                    <a:pt x="23762" y="1277239"/>
                  </a:moveTo>
                  <a:lnTo>
                    <a:pt x="23762" y="6355207"/>
                  </a:lnTo>
                  <a:lnTo>
                    <a:pt x="11979" y="6355207"/>
                  </a:lnTo>
                  <a:lnTo>
                    <a:pt x="23958" y="6355207"/>
                  </a:lnTo>
                  <a:cubicBezTo>
                    <a:pt x="23958" y="7052056"/>
                    <a:pt x="898033" y="7617079"/>
                    <a:pt x="1976340" y="7617079"/>
                  </a:cubicBezTo>
                  <a:lnTo>
                    <a:pt x="15639086" y="7617079"/>
                  </a:lnTo>
                  <a:cubicBezTo>
                    <a:pt x="16717392" y="7617079"/>
                    <a:pt x="17591467" y="7052183"/>
                    <a:pt x="17591467" y="6355207"/>
                  </a:cubicBezTo>
                  <a:lnTo>
                    <a:pt x="17591467" y="1277239"/>
                  </a:lnTo>
                  <a:cubicBezTo>
                    <a:pt x="17591467" y="580390"/>
                    <a:pt x="16717392" y="15367"/>
                    <a:pt x="15639086" y="15367"/>
                  </a:cubicBezTo>
                  <a:lnTo>
                    <a:pt x="1976340" y="15367"/>
                  </a:lnTo>
                  <a:lnTo>
                    <a:pt x="1976340" y="7747"/>
                  </a:lnTo>
                  <a:lnTo>
                    <a:pt x="1976340" y="15494"/>
                  </a:lnTo>
                  <a:cubicBezTo>
                    <a:pt x="898033" y="15367"/>
                    <a:pt x="23762" y="580390"/>
                    <a:pt x="23762" y="127723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17615281" cy="773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65"/>
                </a:lnSpc>
              </a:pPr>
              <a:r>
                <a:rPr lang="en-US" sz="272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</a:t>
              </a:r>
              <a:r>
                <a:rPr lang="en-US" sz="272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Pepsi Transportes digitaliza completamente la gestión de flota, reemplazando procesos manuales por módulos integrados de alertas, mantenciones, inventario, viajes y comunicación interna. Su arquitectura con Flask, SQLite y Blueprints asegura operación en tiempo real, alta trazabilidad y menor margen de error.</a:t>
              </a:r>
            </a:p>
            <a:p>
              <a:pPr algn="ctr">
                <a:lnSpc>
                  <a:spcPts val="3765"/>
                </a:lnSpc>
              </a:pPr>
              <a:r>
                <a:rPr lang="en-US" sz="272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automatización de tareas críticas mejora la coordinación entre áreas, acelera la toma de decisiones y eleva la eficiencia operacional. El proyecto entrega una plataforma moderna, escalable y preparada para futuras integraciones tecnológicas, fortaleciendo la productividad y el control general de PepsiCo Chile.</a:t>
              </a:r>
            </a:p>
            <a:p>
              <a:pPr algn="ctr">
                <a:lnSpc>
                  <a:spcPts val="3765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B3B3B3">
                <a:alpha val="100000"/>
              </a:srgbClr>
            </a:gs>
          </a:gsLst>
          <a:lin ang="5400012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5235" y="-717769"/>
            <a:ext cx="18308271" cy="11003867"/>
            <a:chOff x="0" y="0"/>
            <a:chExt cx="24411027" cy="14671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1051" cy="14671802"/>
            </a:xfrm>
            <a:custGeom>
              <a:avLst/>
              <a:gdLst/>
              <a:ahLst/>
              <a:cxnLst/>
              <a:rect r="r" b="b" t="t" l="l"/>
              <a:pathLst>
                <a:path h="14671802" w="24411051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5111" cy="10286098"/>
            <a:chOff x="0" y="0"/>
            <a:chExt cx="24380148" cy="13714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189" cy="13714857"/>
            </a:xfrm>
            <a:custGeom>
              <a:avLst/>
              <a:gdLst/>
              <a:ahLst/>
              <a:cxnLst/>
              <a:rect r="r" b="b" t="t" l="l"/>
              <a:pathLst>
                <a:path h="13714857" w="24380189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617834" y="9578604"/>
            <a:ext cx="3542567" cy="305522"/>
          </a:xfrm>
          <a:custGeom>
            <a:avLst/>
            <a:gdLst/>
            <a:ahLst/>
            <a:cxnLst/>
            <a:rect r="r" b="b" t="t" l="l"/>
            <a:pathLst>
              <a:path h="305522" w="3542567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31981" y="7525390"/>
            <a:ext cx="9727033" cy="48514"/>
            <a:chOff x="0" y="0"/>
            <a:chExt cx="12969377" cy="64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"/>
              <a:ext cx="12968986" cy="64770"/>
            </a:xfrm>
            <a:custGeom>
              <a:avLst/>
              <a:gdLst/>
              <a:ahLst/>
              <a:cxnLst/>
              <a:rect r="r" b="b" t="t" l="l"/>
              <a:pathLst>
                <a:path h="64770" w="12968986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631981" y="6574330"/>
            <a:ext cx="9727033" cy="951060"/>
            <a:chOff x="0" y="0"/>
            <a:chExt cx="12969377" cy="126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68859" cy="1267841"/>
            </a:xfrm>
            <a:custGeom>
              <a:avLst/>
              <a:gdLst/>
              <a:ahLst/>
              <a:cxnLst/>
              <a:rect r="r" b="b" t="t" l="l"/>
              <a:pathLst>
                <a:path h="1267841" w="12968859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839035" y="8111554"/>
            <a:ext cx="5370687" cy="1328438"/>
            <a:chOff x="0" y="0"/>
            <a:chExt cx="7160915" cy="177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0895" cy="1771269"/>
            </a:xfrm>
            <a:custGeom>
              <a:avLst/>
              <a:gdLst/>
              <a:ahLst/>
              <a:cxnLst/>
              <a:rect r="r" b="b" t="t" l="l"/>
              <a:pathLst>
                <a:path h="1771269" w="7160895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71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-11551" y="6519928"/>
            <a:ext cx="18285113" cy="1292680"/>
            <a:chOff x="0" y="0"/>
            <a:chExt cx="24380151" cy="17235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0189" cy="1723517"/>
            </a:xfrm>
            <a:custGeom>
              <a:avLst/>
              <a:gdLst/>
              <a:ahLst/>
              <a:cxnLst/>
              <a:rect r="r" b="b" t="t" l="l"/>
              <a:pathLst>
                <a:path h="1723517" w="24380189">
                  <a:moveTo>
                    <a:pt x="0" y="0"/>
                  </a:moveTo>
                  <a:lnTo>
                    <a:pt x="24380189" y="0"/>
                  </a:lnTo>
                  <a:lnTo>
                    <a:pt x="24380189" y="1723517"/>
                  </a:lnTo>
                  <a:lnTo>
                    <a:pt x="0" y="172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011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58984" y="-1399458"/>
            <a:ext cx="4387668" cy="4387668"/>
            <a:chOff x="0" y="0"/>
            <a:chExt cx="5850225" cy="58502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0255" cy="5850255"/>
            </a:xfrm>
            <a:custGeom>
              <a:avLst/>
              <a:gdLst/>
              <a:ahLst/>
              <a:cxnLst/>
              <a:rect r="r" b="b" t="t" l="l"/>
              <a:pathLst>
                <a:path h="5850255" w="5850255">
                  <a:moveTo>
                    <a:pt x="0" y="0"/>
                  </a:moveTo>
                  <a:lnTo>
                    <a:pt x="5850255" y="0"/>
                  </a:lnTo>
                  <a:lnTo>
                    <a:pt x="5850255" y="5850255"/>
                  </a:lnTo>
                  <a:lnTo>
                    <a:pt x="0" y="585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969" r="0" b="397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97952" y="6717756"/>
            <a:ext cx="13689209" cy="8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b="true" sz="545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3473" y="6717745"/>
            <a:ext cx="13689209" cy="8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b="true" sz="54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DAG58yxdw50</dc:identifier>
  <dcterms:modified xsi:type="dcterms:W3CDTF">2011-08-01T06:04:30Z</dcterms:modified>
  <cp:revision>1</cp:revision>
  <dc:title>Presentacion Final del proyecto (español) (1).pptx</dc:title>
</cp:coreProperties>
</file>